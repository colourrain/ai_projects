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6.xml" ContentType="application/vnd.openxmlformats-officedocument.presentationml.tags+xml"/>
  <Override PartName="/ppt/notesSlides/notesSlide1.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2.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7" r:id="rId1"/>
  </p:sldMasterIdLst>
  <p:notesMasterIdLst>
    <p:notesMasterId r:id="rId14"/>
  </p:notesMasterIdLst>
  <p:handoutMasterIdLst>
    <p:handoutMasterId r:id="rId15"/>
  </p:handoutMasterIdLst>
  <p:sldIdLst>
    <p:sldId id="275" r:id="rId2"/>
    <p:sldId id="602" r:id="rId3"/>
    <p:sldId id="604" r:id="rId4"/>
    <p:sldId id="607" r:id="rId5"/>
    <p:sldId id="608" r:id="rId6"/>
    <p:sldId id="605" r:id="rId7"/>
    <p:sldId id="609" r:id="rId8"/>
    <p:sldId id="610" r:id="rId9"/>
    <p:sldId id="273" r:id="rId10"/>
    <p:sldId id="581" r:id="rId11"/>
    <p:sldId id="4272" r:id="rId12"/>
    <p:sldId id="3173" r:id="rId13"/>
  </p:sldIdLst>
  <p:sldSz cx="12195175" cy="6859588"/>
  <p:notesSz cx="6858000" cy="9144000"/>
  <p:custDataLst>
    <p:tags r:id="rId1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1" userDrawn="1">
          <p15:clr>
            <a:srgbClr val="A4A3A4"/>
          </p15:clr>
        </p15:guide>
        <p15:guide id="2" pos="111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F6F6"/>
    <a:srgbClr val="ED7D31"/>
    <a:srgbClr val="595757"/>
    <a:srgbClr val="CAC3B2"/>
    <a:srgbClr val="141E3C"/>
    <a:srgbClr val="0E357F"/>
    <a:srgbClr val="896450"/>
    <a:srgbClr val="E4BC92"/>
    <a:srgbClr val="805A42"/>
    <a:srgbClr val="ABAA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4F399C-E430-4602-AF3C-67CF0BF803FC}" v="831" dt="2025-04-16T12:50:48.214"/>
  </p1510:revLst>
</p1510:revInfo>
</file>

<file path=ppt/tableStyles.xml><?xml version="1.0" encoding="utf-8"?>
<a:tblStyleLst xmlns:a="http://schemas.openxmlformats.org/drawingml/2006/main" def="{5C22544A-7EE6-4342-B048-85BDC9FD1C3A}">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howGuides="1">
      <p:cViewPr varScale="1">
        <p:scale>
          <a:sx n="79" d="100"/>
          <a:sy n="79" d="100"/>
        </p:scale>
        <p:origin x="773" y="72"/>
      </p:cViewPr>
      <p:guideLst>
        <p:guide orient="horz" pos="2251"/>
        <p:guide pos="1119"/>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angBo 姜波" userId="736415b8-15c2-42ee-9784-5e11fe1c57ee" providerId="ADAL" clId="{626A449F-C7A2-4326-92EE-C5912B1F5268}"/>
    <pc:docChg chg="custSel addSld delSld modSld modMainMaster">
      <pc:chgData name="JiangBo 姜波" userId="736415b8-15c2-42ee-9784-5e11fe1c57ee" providerId="ADAL" clId="{626A449F-C7A2-4326-92EE-C5912B1F5268}" dt="2023-07-28T07:11:01.320" v="124" actId="700"/>
      <pc:docMkLst>
        <pc:docMk/>
      </pc:docMkLst>
      <pc:sldChg chg="del">
        <pc:chgData name="JiangBo 姜波" userId="736415b8-15c2-42ee-9784-5e11fe1c57ee" providerId="ADAL" clId="{626A449F-C7A2-4326-92EE-C5912B1F5268}" dt="2022-07-27T03:04:59.101" v="1" actId="47"/>
        <pc:sldMkLst>
          <pc:docMk/>
          <pc:sldMk cId="0" sldId="256"/>
        </pc:sldMkLst>
      </pc:sldChg>
      <pc:sldChg chg="del">
        <pc:chgData name="JiangBo 姜波" userId="736415b8-15c2-42ee-9784-5e11fe1c57ee" providerId="ADAL" clId="{626A449F-C7A2-4326-92EE-C5912B1F5268}" dt="2022-07-27T03:07:04.660" v="11" actId="47"/>
        <pc:sldMkLst>
          <pc:docMk/>
          <pc:sldMk cId="3705141975" sldId="258"/>
        </pc:sldMkLst>
      </pc:sldChg>
      <pc:sldChg chg="add">
        <pc:chgData name="JiangBo 姜波" userId="736415b8-15c2-42ee-9784-5e11fe1c57ee" providerId="ADAL" clId="{626A449F-C7A2-4326-92EE-C5912B1F5268}" dt="2022-07-27T03:07:02.556" v="10"/>
        <pc:sldMkLst>
          <pc:docMk/>
          <pc:sldMk cId="1408649044" sldId="273"/>
        </pc:sldMkLst>
      </pc:sldChg>
      <pc:sldChg chg="modSp add mod">
        <pc:chgData name="JiangBo 姜波" userId="736415b8-15c2-42ee-9784-5e11fe1c57ee" providerId="ADAL" clId="{626A449F-C7A2-4326-92EE-C5912B1F5268}" dt="2022-07-27T03:07:55.164" v="50" actId="20577"/>
        <pc:sldMkLst>
          <pc:docMk/>
          <pc:sldMk cId="1624854743" sldId="275"/>
        </pc:sldMkLst>
      </pc:sldChg>
      <pc:sldChg chg="addSp modSp mod">
        <pc:chgData name="JiangBo 姜波" userId="736415b8-15c2-42ee-9784-5e11fe1c57ee" providerId="ADAL" clId="{626A449F-C7A2-4326-92EE-C5912B1F5268}" dt="2023-07-28T06:14:51.634" v="108" actId="14100"/>
        <pc:sldMkLst>
          <pc:docMk/>
          <pc:sldMk cId="79101876" sldId="581"/>
        </pc:sldMkLst>
      </pc:sldChg>
      <pc:sldChg chg="addSp modSp mod">
        <pc:chgData name="JiangBo 姜波" userId="736415b8-15c2-42ee-9784-5e11fe1c57ee" providerId="ADAL" clId="{626A449F-C7A2-4326-92EE-C5912B1F5268}" dt="2022-07-27T03:08:36.599" v="54" actId="20577"/>
        <pc:sldMkLst>
          <pc:docMk/>
          <pc:sldMk cId="2443677311" sldId="598"/>
        </pc:sldMkLst>
      </pc:sldChg>
      <pc:sldChg chg="addSp delSp modSp">
        <pc:chgData name="JiangBo 姜波" userId="736415b8-15c2-42ee-9784-5e11fe1c57ee" providerId="ADAL" clId="{626A449F-C7A2-4326-92EE-C5912B1F5268}" dt="2022-07-27T03:06:43.347" v="9"/>
        <pc:sldMkLst>
          <pc:docMk/>
          <pc:sldMk cId="3196496314" sldId="600"/>
        </pc:sldMkLst>
      </pc:sldChg>
      <pc:sldChg chg="addSp delSp modSp new add mod modClrScheme chgLayout">
        <pc:chgData name="JiangBo 姜波" userId="736415b8-15c2-42ee-9784-5e11fe1c57ee" providerId="ADAL" clId="{626A449F-C7A2-4326-92EE-C5912B1F5268}" dt="2022-11-02T07:32:21.370" v="86"/>
        <pc:sldMkLst>
          <pc:docMk/>
          <pc:sldMk cId="1624403919" sldId="601"/>
        </pc:sldMkLst>
      </pc:sldChg>
      <pc:sldChg chg="addSp delSp modSp new mod modClrScheme chgLayout">
        <pc:chgData name="JiangBo 姜波" userId="736415b8-15c2-42ee-9784-5e11fe1c57ee" providerId="ADAL" clId="{626A449F-C7A2-4326-92EE-C5912B1F5268}" dt="2023-07-28T07:09:57.680" v="121" actId="14100"/>
        <pc:sldMkLst>
          <pc:docMk/>
          <pc:sldMk cId="1433053892" sldId="602"/>
        </pc:sldMkLst>
      </pc:sldChg>
      <pc:sldChg chg="addSp delSp modSp new mod modClrScheme chgLayout">
        <pc:chgData name="JiangBo 姜波" userId="736415b8-15c2-42ee-9784-5e11fe1c57ee" providerId="ADAL" clId="{626A449F-C7A2-4326-92EE-C5912B1F5268}" dt="2023-07-28T07:11:01.320" v="124" actId="700"/>
        <pc:sldMkLst>
          <pc:docMk/>
          <pc:sldMk cId="2524534175" sldId="603"/>
        </pc:sldMkLst>
      </pc:sldChg>
      <pc:sldMasterChg chg="modSp delSldLayout modSldLayout">
        <pc:chgData name="JiangBo 姜波" userId="736415b8-15c2-42ee-9784-5e11fe1c57ee" providerId="ADAL" clId="{626A449F-C7A2-4326-92EE-C5912B1F5268}" dt="2022-11-02T07:26:17.228" v="61" actId="735"/>
        <pc:sldMasterMkLst>
          <pc:docMk/>
          <pc:sldMasterMk cId="2747274011" sldId="2147483657"/>
        </pc:sldMasterMkLst>
        <pc:sldLayoutChg chg="addSp delSp modSp mod">
          <pc:chgData name="JiangBo 姜波" userId="736415b8-15c2-42ee-9784-5e11fe1c57ee" providerId="ADAL" clId="{626A449F-C7A2-4326-92EE-C5912B1F5268}" dt="2022-07-27T03:05:57.489" v="5"/>
          <pc:sldLayoutMkLst>
            <pc:docMk/>
            <pc:sldMasterMk cId="2747274011" sldId="2147483657"/>
            <pc:sldLayoutMk cId="3588850012" sldId="2147483654"/>
          </pc:sldLayoutMkLst>
        </pc:sldLayoutChg>
        <pc:sldLayoutChg chg="del">
          <pc:chgData name="JiangBo 姜波" userId="736415b8-15c2-42ee-9784-5e11fe1c57ee" providerId="ADAL" clId="{626A449F-C7A2-4326-92EE-C5912B1F5268}" dt="2022-07-27T03:04:59.101" v="1" actId="47"/>
          <pc:sldLayoutMkLst>
            <pc:docMk/>
            <pc:sldMasterMk cId="2747274011" sldId="2147483657"/>
            <pc:sldLayoutMk cId="4059689236" sldId="2147483669"/>
          </pc:sldLayoutMkLst>
        </pc:sldLayoutChg>
        <pc:sldLayoutChg chg="modSp mod">
          <pc:chgData name="JiangBo 姜波" userId="736415b8-15c2-42ee-9784-5e11fe1c57ee" providerId="ADAL" clId="{626A449F-C7A2-4326-92EE-C5912B1F5268}" dt="2022-07-27T03:05:47.070" v="3" actId="14100"/>
          <pc:sldLayoutMkLst>
            <pc:docMk/>
            <pc:sldMasterMk cId="2747274011" sldId="2147483657"/>
            <pc:sldLayoutMk cId="603397036" sldId="2147483670"/>
          </pc:sldLayoutMkLst>
        </pc:sldLayoutChg>
        <pc:sldLayoutChg chg="del">
          <pc:chgData name="JiangBo 姜波" userId="736415b8-15c2-42ee-9784-5e11fe1c57ee" providerId="ADAL" clId="{626A449F-C7A2-4326-92EE-C5912B1F5268}" dt="2022-07-27T03:07:04.660" v="11" actId="47"/>
          <pc:sldLayoutMkLst>
            <pc:docMk/>
            <pc:sldMasterMk cId="2747274011" sldId="2147483657"/>
            <pc:sldLayoutMk cId="2533013123" sldId="2147483671"/>
          </pc:sldLayoutMkLst>
        </pc:sldLayoutChg>
        <pc:sldLayoutChg chg="addSp delSp modSp mod">
          <pc:chgData name="JiangBo 姜波" userId="736415b8-15c2-42ee-9784-5e11fe1c57ee" providerId="ADAL" clId="{626A449F-C7A2-4326-92EE-C5912B1F5268}" dt="2022-07-27T03:06:03.624" v="7"/>
          <pc:sldLayoutMkLst>
            <pc:docMk/>
            <pc:sldMasterMk cId="2747274011" sldId="2147483657"/>
            <pc:sldLayoutMk cId="528399447" sldId="2147483672"/>
          </pc:sldLayoutMkLst>
        </pc:sldLayoutChg>
        <pc:sldLayoutChg chg="modSp">
          <pc:chgData name="JiangBo 姜波" userId="736415b8-15c2-42ee-9784-5e11fe1c57ee" providerId="ADAL" clId="{626A449F-C7A2-4326-92EE-C5912B1F5268}" dt="2022-11-02T07:26:10.523" v="60" actId="735"/>
          <pc:sldLayoutMkLst>
            <pc:docMk/>
            <pc:sldMasterMk cId="2747274011" sldId="2147483657"/>
            <pc:sldLayoutMk cId="332773475" sldId="2147483673"/>
          </pc:sldLayoutMkLst>
        </pc:sldLayoutChg>
      </pc:sldMasterChg>
    </pc:docChg>
  </pc:docChgLst>
  <pc:docChgLst>
    <pc:chgData name="JiangBo 姜波" userId="736415b8-15c2-42ee-9784-5e11fe1c57ee" providerId="ADAL" clId="{A14F399C-E430-4602-AF3C-67CF0BF803FC}"/>
    <pc:docChg chg="undo custSel addSld delSld modSld sldOrd">
      <pc:chgData name="JiangBo 姜波" userId="736415b8-15c2-42ee-9784-5e11fe1c57ee" providerId="ADAL" clId="{A14F399C-E430-4602-AF3C-67CF0BF803FC}" dt="2025-04-16T12:52:20.580" v="2602" actId="1076"/>
      <pc:docMkLst>
        <pc:docMk/>
      </pc:docMkLst>
      <pc:sldChg chg="modSp mod">
        <pc:chgData name="JiangBo 姜波" userId="736415b8-15c2-42ee-9784-5e11fe1c57ee" providerId="ADAL" clId="{A14F399C-E430-4602-AF3C-67CF0BF803FC}" dt="2025-04-16T02:19:26.288" v="2152" actId="20577"/>
        <pc:sldMkLst>
          <pc:docMk/>
          <pc:sldMk cId="1624854743" sldId="275"/>
        </pc:sldMkLst>
        <pc:spChg chg="mod">
          <ac:chgData name="JiangBo 姜波" userId="736415b8-15c2-42ee-9784-5e11fe1c57ee" providerId="ADAL" clId="{A14F399C-E430-4602-AF3C-67CF0BF803FC}" dt="2025-04-16T02:19:26.288" v="2152" actId="20577"/>
          <ac:spMkLst>
            <pc:docMk/>
            <pc:sldMk cId="1624854743" sldId="275"/>
            <ac:spMk id="5" creationId="{3E151319-4953-9F77-7072-D0DC6C12D361}"/>
          </ac:spMkLst>
        </pc:spChg>
        <pc:spChg chg="mod">
          <ac:chgData name="JiangBo 姜波" userId="736415b8-15c2-42ee-9784-5e11fe1c57ee" providerId="ADAL" clId="{A14F399C-E430-4602-AF3C-67CF0BF803FC}" dt="2025-04-15T00:44:36.802" v="22" actId="20577"/>
          <ac:spMkLst>
            <pc:docMk/>
            <pc:sldMk cId="1624854743" sldId="275"/>
            <ac:spMk id="8" creationId="{77F54712-0FC9-20A2-25D9-6E5360045F6F}"/>
          </ac:spMkLst>
        </pc:spChg>
        <pc:spChg chg="mod">
          <ac:chgData name="JiangBo 姜波" userId="736415b8-15c2-42ee-9784-5e11fe1c57ee" providerId="ADAL" clId="{A14F399C-E430-4602-AF3C-67CF0BF803FC}" dt="2025-04-15T00:44:27.891" v="20" actId="20577"/>
          <ac:spMkLst>
            <pc:docMk/>
            <pc:sldMk cId="1624854743" sldId="275"/>
            <ac:spMk id="9" creationId="{A00E7823-22C0-C734-9970-63FF1F3A6796}"/>
          </ac:spMkLst>
        </pc:spChg>
      </pc:sldChg>
      <pc:sldChg chg="addSp delSp modSp mod ord">
        <pc:chgData name="JiangBo 姜波" userId="736415b8-15c2-42ee-9784-5e11fe1c57ee" providerId="ADAL" clId="{A14F399C-E430-4602-AF3C-67CF0BF803FC}" dt="2025-04-16T11:41:05.114" v="2154"/>
        <pc:sldMkLst>
          <pc:docMk/>
          <pc:sldMk cId="79101876" sldId="581"/>
        </pc:sldMkLst>
        <pc:spChg chg="add mod">
          <ac:chgData name="JiangBo 姜波" userId="736415b8-15c2-42ee-9784-5e11fe1c57ee" providerId="ADAL" clId="{A14F399C-E430-4602-AF3C-67CF0BF803FC}" dt="2025-04-16T02:16:15.157" v="2118"/>
          <ac:spMkLst>
            <pc:docMk/>
            <pc:sldMk cId="79101876" sldId="581"/>
            <ac:spMk id="2" creationId="{11FF2566-5503-AD5E-EF65-923AFFBA4BE0}"/>
          </ac:spMkLst>
        </pc:spChg>
        <pc:spChg chg="add mod">
          <ac:chgData name="JiangBo 姜波" userId="736415b8-15c2-42ee-9784-5e11fe1c57ee" providerId="ADAL" clId="{A14F399C-E430-4602-AF3C-67CF0BF803FC}" dt="2025-04-16T02:16:21.302" v="2120"/>
          <ac:spMkLst>
            <pc:docMk/>
            <pc:sldMk cId="79101876" sldId="581"/>
            <ac:spMk id="5" creationId="{9A0FAB06-277D-42A1-8676-C572EE17DA91}"/>
          </ac:spMkLst>
        </pc:spChg>
        <pc:spChg chg="add mod">
          <ac:chgData name="JiangBo 姜波" userId="736415b8-15c2-42ee-9784-5e11fe1c57ee" providerId="ADAL" clId="{A14F399C-E430-4602-AF3C-67CF0BF803FC}" dt="2025-04-16T02:17:00.232" v="2128" actId="20577"/>
          <ac:spMkLst>
            <pc:docMk/>
            <pc:sldMk cId="79101876" sldId="581"/>
            <ac:spMk id="7" creationId="{3DEAEEC5-0651-1E13-0817-214AA0309ED0}"/>
          </ac:spMkLst>
        </pc:spChg>
        <pc:spChg chg="add mod">
          <ac:chgData name="JiangBo 姜波" userId="736415b8-15c2-42ee-9784-5e11fe1c57ee" providerId="ADAL" clId="{A14F399C-E430-4602-AF3C-67CF0BF803FC}" dt="2025-04-16T02:17:19.493" v="2132"/>
          <ac:spMkLst>
            <pc:docMk/>
            <pc:sldMk cId="79101876" sldId="581"/>
            <ac:spMk id="8" creationId="{7D661F97-5071-66B7-AD18-657EA24FCAA6}"/>
          </ac:spMkLst>
        </pc:spChg>
        <pc:spChg chg="mod">
          <ac:chgData name="JiangBo 姜波" userId="736415b8-15c2-42ee-9784-5e11fe1c57ee" providerId="ADAL" clId="{A14F399C-E430-4602-AF3C-67CF0BF803FC}" dt="2025-04-15T00:45:25.711" v="38"/>
          <ac:spMkLst>
            <pc:docMk/>
            <pc:sldMk cId="79101876" sldId="581"/>
            <ac:spMk id="9" creationId="{714E5AA5-FF1B-4FAE-8999-81FB474A9DA8}"/>
          </ac:spMkLst>
        </pc:spChg>
        <pc:spChg chg="add mod ord">
          <ac:chgData name="JiangBo 姜波" userId="736415b8-15c2-42ee-9784-5e11fe1c57ee" providerId="ADAL" clId="{A14F399C-E430-4602-AF3C-67CF0BF803FC}" dt="2025-04-15T02:42:51.995" v="480" actId="1076"/>
          <ac:spMkLst>
            <pc:docMk/>
            <pc:sldMk cId="79101876" sldId="581"/>
            <ac:spMk id="10" creationId="{0B553857-3F19-61C7-50C2-3068D0803610}"/>
          </ac:spMkLst>
        </pc:spChg>
        <pc:graphicFrameChg chg="del">
          <ac:chgData name="JiangBo 姜波" userId="736415b8-15c2-42ee-9784-5e11fe1c57ee" providerId="ADAL" clId="{A14F399C-E430-4602-AF3C-67CF0BF803FC}" dt="2025-04-15T00:45:16.748" v="32" actId="478"/>
          <ac:graphicFrameMkLst>
            <pc:docMk/>
            <pc:sldMk cId="79101876" sldId="581"/>
            <ac:graphicFrameMk id="3" creationId="{08FF3AFC-E7DB-4909-91FA-EF09606D8077}"/>
          </ac:graphicFrameMkLst>
        </pc:graphicFrameChg>
        <pc:picChg chg="del">
          <ac:chgData name="JiangBo 姜波" userId="736415b8-15c2-42ee-9784-5e11fe1c57ee" providerId="ADAL" clId="{A14F399C-E430-4602-AF3C-67CF0BF803FC}" dt="2025-04-15T00:45:16.748" v="32" actId="478"/>
          <ac:picMkLst>
            <pc:docMk/>
            <pc:sldMk cId="79101876" sldId="581"/>
            <ac:picMk id="4" creationId="{03AC794A-601C-368A-6199-2631DC80B21E}"/>
          </ac:picMkLst>
        </pc:picChg>
      </pc:sldChg>
      <pc:sldChg chg="del">
        <pc:chgData name="JiangBo 姜波" userId="736415b8-15c2-42ee-9784-5e11fe1c57ee" providerId="ADAL" clId="{A14F399C-E430-4602-AF3C-67CF0BF803FC}" dt="2025-04-16T02:15:58.807" v="2114" actId="47"/>
        <pc:sldMkLst>
          <pc:docMk/>
          <pc:sldMk cId="2443677311" sldId="598"/>
        </pc:sldMkLst>
      </pc:sldChg>
      <pc:sldChg chg="del">
        <pc:chgData name="JiangBo 姜波" userId="736415b8-15c2-42ee-9784-5e11fe1c57ee" providerId="ADAL" clId="{A14F399C-E430-4602-AF3C-67CF0BF803FC}" dt="2025-04-16T02:15:59.522" v="2115" actId="47"/>
        <pc:sldMkLst>
          <pc:docMk/>
          <pc:sldMk cId="1435727975" sldId="599"/>
        </pc:sldMkLst>
      </pc:sldChg>
      <pc:sldChg chg="del">
        <pc:chgData name="JiangBo 姜波" userId="736415b8-15c2-42ee-9784-5e11fe1c57ee" providerId="ADAL" clId="{A14F399C-E430-4602-AF3C-67CF0BF803FC}" dt="2025-04-16T02:16:00.480" v="2116" actId="47"/>
        <pc:sldMkLst>
          <pc:docMk/>
          <pc:sldMk cId="3196496314" sldId="600"/>
        </pc:sldMkLst>
      </pc:sldChg>
      <pc:sldChg chg="del">
        <pc:chgData name="JiangBo 姜波" userId="736415b8-15c2-42ee-9784-5e11fe1c57ee" providerId="ADAL" clId="{A14F399C-E430-4602-AF3C-67CF0BF803FC}" dt="2025-04-16T02:15:57.929" v="2113" actId="47"/>
        <pc:sldMkLst>
          <pc:docMk/>
          <pc:sldMk cId="1624403919" sldId="601"/>
        </pc:sldMkLst>
      </pc:sldChg>
      <pc:sldChg chg="addSp delSp modSp mod">
        <pc:chgData name="JiangBo 姜波" userId="736415b8-15c2-42ee-9784-5e11fe1c57ee" providerId="ADAL" clId="{A14F399C-E430-4602-AF3C-67CF0BF803FC}" dt="2025-04-16T01:31:09.958" v="724"/>
        <pc:sldMkLst>
          <pc:docMk/>
          <pc:sldMk cId="1433053892" sldId="602"/>
        </pc:sldMkLst>
        <pc:spChg chg="add mod">
          <ac:chgData name="JiangBo 姜波" userId="736415b8-15c2-42ee-9784-5e11fe1c57ee" providerId="ADAL" clId="{A14F399C-E430-4602-AF3C-67CF0BF803FC}" dt="2025-04-15T02:54:36.398" v="675" actId="1035"/>
          <ac:spMkLst>
            <pc:docMk/>
            <pc:sldMk cId="1433053892" sldId="602"/>
            <ac:spMk id="2" creationId="{CB370944-7E09-8F81-51A0-23A36DFBDA2C}"/>
          </ac:spMkLst>
        </pc:spChg>
        <pc:spChg chg="mod">
          <ac:chgData name="JiangBo 姜波" userId="736415b8-15c2-42ee-9784-5e11fe1c57ee" providerId="ADAL" clId="{A14F399C-E430-4602-AF3C-67CF0BF803FC}" dt="2025-04-15T00:45:32.321" v="42"/>
          <ac:spMkLst>
            <pc:docMk/>
            <pc:sldMk cId="1433053892" sldId="602"/>
            <ac:spMk id="3" creationId="{82996837-7A01-E9DD-B3C2-11FF7A014496}"/>
          </ac:spMkLst>
        </pc:spChg>
        <pc:spChg chg="add del">
          <ac:chgData name="JiangBo 姜波" userId="736415b8-15c2-42ee-9784-5e11fe1c57ee" providerId="ADAL" clId="{A14F399C-E430-4602-AF3C-67CF0BF803FC}" dt="2025-04-16T01:29:40.542" v="694" actId="478"/>
          <ac:spMkLst>
            <pc:docMk/>
            <pc:sldMk cId="1433053892" sldId="602"/>
            <ac:spMk id="4" creationId="{01CA2FCE-64C5-71A3-8D14-24D34CA85B43}"/>
          </ac:spMkLst>
        </pc:spChg>
        <pc:spChg chg="add del mod">
          <ac:chgData name="JiangBo 姜波" userId="736415b8-15c2-42ee-9784-5e11fe1c57ee" providerId="ADAL" clId="{A14F399C-E430-4602-AF3C-67CF0BF803FC}" dt="2025-04-15T02:52:19.806" v="601" actId="478"/>
          <ac:spMkLst>
            <pc:docMk/>
            <pc:sldMk cId="1433053892" sldId="602"/>
            <ac:spMk id="4" creationId="{B8FB3466-A103-E61D-8002-64E68AAD8C8B}"/>
          </ac:spMkLst>
        </pc:spChg>
        <pc:spChg chg="del">
          <ac:chgData name="JiangBo 姜波" userId="736415b8-15c2-42ee-9784-5e11fe1c57ee" providerId="ADAL" clId="{A14F399C-E430-4602-AF3C-67CF0BF803FC}" dt="2025-04-15T02:43:07.980" v="483" actId="478"/>
          <ac:spMkLst>
            <pc:docMk/>
            <pc:sldMk cId="1433053892" sldId="602"/>
            <ac:spMk id="5" creationId="{4AC326D8-2B23-6541-2D13-A9E8FA99CE05}"/>
          </ac:spMkLst>
        </pc:spChg>
        <pc:spChg chg="add mod">
          <ac:chgData name="JiangBo 姜波" userId="736415b8-15c2-42ee-9784-5e11fe1c57ee" providerId="ADAL" clId="{A14F399C-E430-4602-AF3C-67CF0BF803FC}" dt="2025-04-16T01:30:23.092" v="706" actId="207"/>
          <ac:spMkLst>
            <pc:docMk/>
            <pc:sldMk cId="1433053892" sldId="602"/>
            <ac:spMk id="5" creationId="{8E292671-31BC-0F64-93EA-7DB961DEE273}"/>
          </ac:spMkLst>
        </pc:spChg>
        <pc:spChg chg="add mod">
          <ac:chgData name="JiangBo 姜波" userId="736415b8-15c2-42ee-9784-5e11fe1c57ee" providerId="ADAL" clId="{A14F399C-E430-4602-AF3C-67CF0BF803FC}" dt="2025-04-16T01:31:00.196" v="719" actId="1037"/>
          <ac:spMkLst>
            <pc:docMk/>
            <pc:sldMk cId="1433053892" sldId="602"/>
            <ac:spMk id="6" creationId="{3482894B-851A-88A7-67E9-AA73EFA859B9}"/>
          </ac:spMkLst>
        </pc:spChg>
        <pc:spChg chg="del">
          <ac:chgData name="JiangBo 姜波" userId="736415b8-15c2-42ee-9784-5e11fe1c57ee" providerId="ADAL" clId="{A14F399C-E430-4602-AF3C-67CF0BF803FC}" dt="2025-04-15T02:43:01.755" v="482" actId="478"/>
          <ac:spMkLst>
            <pc:docMk/>
            <pc:sldMk cId="1433053892" sldId="602"/>
            <ac:spMk id="6" creationId="{D82609AD-C6E1-010B-B652-5266090A1140}"/>
          </ac:spMkLst>
        </pc:spChg>
        <pc:spChg chg="add mod">
          <ac:chgData name="JiangBo 姜波" userId="736415b8-15c2-42ee-9784-5e11fe1c57ee" providerId="ADAL" clId="{A14F399C-E430-4602-AF3C-67CF0BF803FC}" dt="2025-04-16T01:31:09.958" v="724"/>
          <ac:spMkLst>
            <pc:docMk/>
            <pc:sldMk cId="1433053892" sldId="602"/>
            <ac:spMk id="7" creationId="{3F39E497-40B3-CF0F-094D-D788218BE1D3}"/>
          </ac:spMkLst>
        </pc:spChg>
        <pc:spChg chg="add del mod">
          <ac:chgData name="JiangBo 姜波" userId="736415b8-15c2-42ee-9784-5e11fe1c57ee" providerId="ADAL" clId="{A14F399C-E430-4602-AF3C-67CF0BF803FC}" dt="2025-04-15T02:52:22.917" v="602" actId="478"/>
          <ac:spMkLst>
            <pc:docMk/>
            <pc:sldMk cId="1433053892" sldId="602"/>
            <ac:spMk id="7" creationId="{AE7A9853-95BA-98EF-6F6C-EBAE4B53E8C2}"/>
          </ac:spMkLst>
        </pc:spChg>
        <pc:spChg chg="add mod">
          <ac:chgData name="JiangBo 姜波" userId="736415b8-15c2-42ee-9784-5e11fe1c57ee" providerId="ADAL" clId="{A14F399C-E430-4602-AF3C-67CF0BF803FC}" dt="2025-04-15T02:54:36.398" v="675" actId="1035"/>
          <ac:spMkLst>
            <pc:docMk/>
            <pc:sldMk cId="1433053892" sldId="602"/>
            <ac:spMk id="8" creationId="{3C011126-2483-DD71-C58D-A948D5BBF944}"/>
          </ac:spMkLst>
        </pc:spChg>
        <pc:spChg chg="add mod">
          <ac:chgData name="JiangBo 姜波" userId="736415b8-15c2-42ee-9784-5e11fe1c57ee" providerId="ADAL" clId="{A14F399C-E430-4602-AF3C-67CF0BF803FC}" dt="2025-04-15T02:54:36.398" v="675" actId="1035"/>
          <ac:spMkLst>
            <pc:docMk/>
            <pc:sldMk cId="1433053892" sldId="602"/>
            <ac:spMk id="9" creationId="{22950AA3-308B-CBBF-2CA0-A8ADAFD83A32}"/>
          </ac:spMkLst>
        </pc:spChg>
        <pc:spChg chg="add mod">
          <ac:chgData name="JiangBo 姜波" userId="736415b8-15c2-42ee-9784-5e11fe1c57ee" providerId="ADAL" clId="{A14F399C-E430-4602-AF3C-67CF0BF803FC}" dt="2025-04-15T02:55:05.636" v="685" actId="403"/>
          <ac:spMkLst>
            <pc:docMk/>
            <pc:sldMk cId="1433053892" sldId="602"/>
            <ac:spMk id="17" creationId="{78CFC37C-A70C-AAC7-83DC-F3D32765F756}"/>
          </ac:spMkLst>
        </pc:spChg>
        <pc:spChg chg="add mod">
          <ac:chgData name="JiangBo 姜波" userId="736415b8-15c2-42ee-9784-5e11fe1c57ee" providerId="ADAL" clId="{A14F399C-E430-4602-AF3C-67CF0BF803FC}" dt="2025-04-15T02:55:17.488" v="688"/>
          <ac:spMkLst>
            <pc:docMk/>
            <pc:sldMk cId="1433053892" sldId="602"/>
            <ac:spMk id="18" creationId="{F33F9A0C-6BC6-D642-0493-8A424F7F518D}"/>
          </ac:spMkLst>
        </pc:spChg>
        <pc:cxnChg chg="add mod">
          <ac:chgData name="JiangBo 姜波" userId="736415b8-15c2-42ee-9784-5e11fe1c57ee" providerId="ADAL" clId="{A14F399C-E430-4602-AF3C-67CF0BF803FC}" dt="2025-04-15T02:54:36.398" v="675" actId="1035"/>
          <ac:cxnSpMkLst>
            <pc:docMk/>
            <pc:sldMk cId="1433053892" sldId="602"/>
            <ac:cxnSpMk id="11" creationId="{EDC09486-CFD7-84CB-06CA-B57EBA4F5A99}"/>
          </ac:cxnSpMkLst>
        </pc:cxnChg>
        <pc:cxnChg chg="add mod">
          <ac:chgData name="JiangBo 姜波" userId="736415b8-15c2-42ee-9784-5e11fe1c57ee" providerId="ADAL" clId="{A14F399C-E430-4602-AF3C-67CF0BF803FC}" dt="2025-04-15T02:54:36.398" v="675" actId="1035"/>
          <ac:cxnSpMkLst>
            <pc:docMk/>
            <pc:sldMk cId="1433053892" sldId="602"/>
            <ac:cxnSpMk id="12" creationId="{210B61D2-C00C-7A04-FD19-149281AA7E44}"/>
          </ac:cxnSpMkLst>
        </pc:cxnChg>
      </pc:sldChg>
      <pc:sldChg chg="del">
        <pc:chgData name="JiangBo 姜波" userId="736415b8-15c2-42ee-9784-5e11fe1c57ee" providerId="ADAL" clId="{A14F399C-E430-4602-AF3C-67CF0BF803FC}" dt="2025-04-16T02:15:56.884" v="2112" actId="47"/>
        <pc:sldMkLst>
          <pc:docMk/>
          <pc:sldMk cId="2524534175" sldId="603"/>
        </pc:sldMkLst>
      </pc:sldChg>
      <pc:sldChg chg="addSp delSp modSp add mod">
        <pc:chgData name="JiangBo 姜波" userId="736415b8-15c2-42ee-9784-5e11fe1c57ee" providerId="ADAL" clId="{A14F399C-E430-4602-AF3C-67CF0BF803FC}" dt="2025-04-16T01:43:41.994" v="961"/>
        <pc:sldMkLst>
          <pc:docMk/>
          <pc:sldMk cId="276788711" sldId="604"/>
        </pc:sldMkLst>
        <pc:spChg chg="mod">
          <ac:chgData name="JiangBo 姜波" userId="736415b8-15c2-42ee-9784-5e11fe1c57ee" providerId="ADAL" clId="{A14F399C-E430-4602-AF3C-67CF0BF803FC}" dt="2025-04-16T01:41:46.201" v="857"/>
          <ac:spMkLst>
            <pc:docMk/>
            <pc:sldMk cId="276788711" sldId="604"/>
            <ac:spMk id="3" creationId="{31BDA97F-61B0-B86C-B64C-C1D1D17D251A}"/>
          </ac:spMkLst>
        </pc:spChg>
        <pc:spChg chg="del">
          <ac:chgData name="JiangBo 姜波" userId="736415b8-15c2-42ee-9784-5e11fe1c57ee" providerId="ADAL" clId="{A14F399C-E430-4602-AF3C-67CF0BF803FC}" dt="2025-04-15T02:56:58.560" v="690" actId="478"/>
          <ac:spMkLst>
            <pc:docMk/>
            <pc:sldMk cId="276788711" sldId="604"/>
            <ac:spMk id="5" creationId="{273135EC-3DF9-9699-02DF-6C158DE06F3D}"/>
          </ac:spMkLst>
        </pc:spChg>
        <pc:spChg chg="del">
          <ac:chgData name="JiangBo 姜波" userId="736415b8-15c2-42ee-9784-5e11fe1c57ee" providerId="ADAL" clId="{A14F399C-E430-4602-AF3C-67CF0BF803FC}" dt="2025-04-15T02:55:25.981" v="689" actId="478"/>
          <ac:spMkLst>
            <pc:docMk/>
            <pc:sldMk cId="276788711" sldId="604"/>
            <ac:spMk id="6" creationId="{5A965C3F-0A53-35EB-FD7B-549E6497E2B0}"/>
          </ac:spMkLst>
        </pc:spChg>
        <pc:spChg chg="add mod">
          <ac:chgData name="JiangBo 姜波" userId="736415b8-15c2-42ee-9784-5e11fe1c57ee" providerId="ADAL" clId="{A14F399C-E430-4602-AF3C-67CF0BF803FC}" dt="2025-04-16T01:43:41.994" v="961"/>
          <ac:spMkLst>
            <pc:docMk/>
            <pc:sldMk cId="276788711" sldId="604"/>
            <ac:spMk id="9" creationId="{E10B8FEA-678B-B14F-ED07-F5E65CE35C35}"/>
          </ac:spMkLst>
        </pc:spChg>
        <pc:graphicFrameChg chg="add mod">
          <ac:chgData name="JiangBo 姜波" userId="736415b8-15c2-42ee-9784-5e11fe1c57ee" providerId="ADAL" clId="{A14F399C-E430-4602-AF3C-67CF0BF803FC}" dt="2025-04-16T01:36:16.115" v="730"/>
          <ac:graphicFrameMkLst>
            <pc:docMk/>
            <pc:sldMk cId="276788711" sldId="604"/>
            <ac:graphicFrameMk id="5" creationId="{7319D514-A0B5-0190-A886-6889E818AC92}"/>
          </ac:graphicFrameMkLst>
        </pc:graphicFrameChg>
        <pc:graphicFrameChg chg="add del mod modGraphic">
          <ac:chgData name="JiangBo 姜波" userId="736415b8-15c2-42ee-9784-5e11fe1c57ee" providerId="ADAL" clId="{A14F399C-E430-4602-AF3C-67CF0BF803FC}" dt="2025-04-16T01:38:33.361" v="745" actId="21"/>
          <ac:graphicFrameMkLst>
            <pc:docMk/>
            <pc:sldMk cId="276788711" sldId="604"/>
            <ac:graphicFrameMk id="6" creationId="{86442853-6256-E98F-7CC9-BA921A881BEF}"/>
          </ac:graphicFrameMkLst>
        </pc:graphicFrameChg>
        <pc:picChg chg="add del mod">
          <ac:chgData name="JiangBo 姜波" userId="736415b8-15c2-42ee-9784-5e11fe1c57ee" providerId="ADAL" clId="{A14F399C-E430-4602-AF3C-67CF0BF803FC}" dt="2025-04-15T02:57:14.319" v="692" actId="478"/>
          <ac:picMkLst>
            <pc:docMk/>
            <pc:sldMk cId="276788711" sldId="604"/>
            <ac:picMk id="4" creationId="{010FF51D-8B91-384E-3F07-263F6D0CBD9D}"/>
          </ac:picMkLst>
        </pc:picChg>
        <pc:picChg chg="add del mod">
          <ac:chgData name="JiangBo 姜波" userId="736415b8-15c2-42ee-9784-5e11fe1c57ee" providerId="ADAL" clId="{A14F399C-E430-4602-AF3C-67CF0BF803FC}" dt="2025-04-16T01:38:50.322" v="749" actId="478"/>
          <ac:picMkLst>
            <pc:docMk/>
            <pc:sldMk cId="276788711" sldId="604"/>
            <ac:picMk id="4" creationId="{5059F86D-C340-9BA6-B28A-C3311EB7DE90}"/>
          </ac:picMkLst>
        </pc:picChg>
        <pc:picChg chg="add mod modCrop">
          <ac:chgData name="JiangBo 姜波" userId="736415b8-15c2-42ee-9784-5e11fe1c57ee" providerId="ADAL" clId="{A14F399C-E430-4602-AF3C-67CF0BF803FC}" dt="2025-04-16T01:43:23.733" v="947" actId="1035"/>
          <ac:picMkLst>
            <pc:docMk/>
            <pc:sldMk cId="276788711" sldId="604"/>
            <ac:picMk id="8" creationId="{D25B565E-3F29-9E68-1378-739950584435}"/>
          </ac:picMkLst>
        </pc:picChg>
      </pc:sldChg>
      <pc:sldChg chg="addSp delSp modSp add mod">
        <pc:chgData name="JiangBo 姜波" userId="736415b8-15c2-42ee-9784-5e11fe1c57ee" providerId="ADAL" clId="{A14F399C-E430-4602-AF3C-67CF0BF803FC}" dt="2025-04-16T11:57:39.555" v="2499" actId="1036"/>
        <pc:sldMkLst>
          <pc:docMk/>
          <pc:sldMk cId="1543956467" sldId="605"/>
        </pc:sldMkLst>
        <pc:spChg chg="add mod">
          <ac:chgData name="JiangBo 姜波" userId="736415b8-15c2-42ee-9784-5e11fe1c57ee" providerId="ADAL" clId="{A14F399C-E430-4602-AF3C-67CF0BF803FC}" dt="2025-04-16T02:03:38.690" v="1442" actId="1076"/>
          <ac:spMkLst>
            <pc:docMk/>
            <pc:sldMk cId="1543956467" sldId="605"/>
            <ac:spMk id="2" creationId="{3FDFF091-C34E-315D-50DB-900D96491496}"/>
          </ac:spMkLst>
        </pc:spChg>
        <pc:spChg chg="mod">
          <ac:chgData name="JiangBo 姜波" userId="736415b8-15c2-42ee-9784-5e11fe1c57ee" providerId="ADAL" clId="{A14F399C-E430-4602-AF3C-67CF0BF803FC}" dt="2025-04-15T00:45:54.452" v="54"/>
          <ac:spMkLst>
            <pc:docMk/>
            <pc:sldMk cId="1543956467" sldId="605"/>
            <ac:spMk id="3" creationId="{163DF369-A113-2A95-0D56-3D2EB3447E30}"/>
          </ac:spMkLst>
        </pc:spChg>
        <pc:spChg chg="add mod">
          <ac:chgData name="JiangBo 姜波" userId="736415b8-15c2-42ee-9784-5e11fe1c57ee" providerId="ADAL" clId="{A14F399C-E430-4602-AF3C-67CF0BF803FC}" dt="2025-04-16T02:18:30.539" v="2140"/>
          <ac:spMkLst>
            <pc:docMk/>
            <pc:sldMk cId="1543956467" sldId="605"/>
            <ac:spMk id="4" creationId="{A00DE92A-DFEE-2D38-2A8D-8C388BC05D94}"/>
          </ac:spMkLst>
        </pc:spChg>
        <pc:spChg chg="del">
          <ac:chgData name="JiangBo 姜波" userId="736415b8-15c2-42ee-9784-5e11fe1c57ee" providerId="ADAL" clId="{A14F399C-E430-4602-AF3C-67CF0BF803FC}" dt="2025-04-16T01:58:37.481" v="1290" actId="478"/>
          <ac:spMkLst>
            <pc:docMk/>
            <pc:sldMk cId="1543956467" sldId="605"/>
            <ac:spMk id="5" creationId="{458861BC-59D1-4E90-75DD-25027C1FC283}"/>
          </ac:spMkLst>
        </pc:spChg>
        <pc:spChg chg="del">
          <ac:chgData name="JiangBo 姜波" userId="736415b8-15c2-42ee-9784-5e11fe1c57ee" providerId="ADAL" clId="{A14F399C-E430-4602-AF3C-67CF0BF803FC}" dt="2025-04-16T01:58:34.035" v="1289" actId="478"/>
          <ac:spMkLst>
            <pc:docMk/>
            <pc:sldMk cId="1543956467" sldId="605"/>
            <ac:spMk id="6" creationId="{1CC53D69-0ADC-7B81-7600-AC4907132890}"/>
          </ac:spMkLst>
        </pc:spChg>
        <pc:spChg chg="add mod">
          <ac:chgData name="JiangBo 姜波" userId="736415b8-15c2-42ee-9784-5e11fe1c57ee" providerId="ADAL" clId="{A14F399C-E430-4602-AF3C-67CF0BF803FC}" dt="2025-04-16T11:57:12.858" v="2477" actId="1076"/>
          <ac:spMkLst>
            <pc:docMk/>
            <pc:sldMk cId="1543956467" sldId="605"/>
            <ac:spMk id="7" creationId="{3608D0DD-9B7B-F2F8-66EC-7C82606B58B7}"/>
          </ac:spMkLst>
        </pc:spChg>
        <pc:spChg chg="add mod">
          <ac:chgData name="JiangBo 姜波" userId="736415b8-15c2-42ee-9784-5e11fe1c57ee" providerId="ADAL" clId="{A14F399C-E430-4602-AF3C-67CF0BF803FC}" dt="2025-04-16T11:57:39.555" v="2499" actId="1036"/>
          <ac:spMkLst>
            <pc:docMk/>
            <pc:sldMk cId="1543956467" sldId="605"/>
            <ac:spMk id="8" creationId="{48D69074-C433-A8C1-0FFF-332F3278CA6B}"/>
          </ac:spMkLst>
        </pc:spChg>
        <pc:spChg chg="add mod">
          <ac:chgData name="JiangBo 姜波" userId="736415b8-15c2-42ee-9784-5e11fe1c57ee" providerId="ADAL" clId="{A14F399C-E430-4602-AF3C-67CF0BF803FC}" dt="2025-04-16T11:57:37.021" v="2498" actId="1036"/>
          <ac:spMkLst>
            <pc:docMk/>
            <pc:sldMk cId="1543956467" sldId="605"/>
            <ac:spMk id="9" creationId="{E5BAB370-22F0-F3C9-7A03-7E25A5854E13}"/>
          </ac:spMkLst>
        </pc:spChg>
        <pc:spChg chg="add mod">
          <ac:chgData name="JiangBo 姜波" userId="736415b8-15c2-42ee-9784-5e11fe1c57ee" providerId="ADAL" clId="{A14F399C-E430-4602-AF3C-67CF0BF803FC}" dt="2025-04-16T02:18:46.660" v="2146"/>
          <ac:spMkLst>
            <pc:docMk/>
            <pc:sldMk cId="1543956467" sldId="605"/>
            <ac:spMk id="10" creationId="{CD221D00-DEFB-1907-50C1-DE215BE2B929}"/>
          </ac:spMkLst>
        </pc:spChg>
        <pc:spChg chg="add mod">
          <ac:chgData name="JiangBo 姜波" userId="736415b8-15c2-42ee-9784-5e11fe1c57ee" providerId="ADAL" clId="{A14F399C-E430-4602-AF3C-67CF0BF803FC}" dt="2025-04-16T02:10:31.719" v="1854" actId="1036"/>
          <ac:spMkLst>
            <pc:docMk/>
            <pc:sldMk cId="1543956467" sldId="605"/>
            <ac:spMk id="11" creationId="{B92CC1B3-1D4C-315D-D316-08F0818F3181}"/>
          </ac:spMkLst>
        </pc:spChg>
        <pc:spChg chg="add mod">
          <ac:chgData name="JiangBo 姜波" userId="736415b8-15c2-42ee-9784-5e11fe1c57ee" providerId="ADAL" clId="{A14F399C-E430-4602-AF3C-67CF0BF803FC}" dt="2025-04-16T02:10:21.676" v="1850" actId="1036"/>
          <ac:spMkLst>
            <pc:docMk/>
            <pc:sldMk cId="1543956467" sldId="605"/>
            <ac:spMk id="12" creationId="{D333E12F-F03E-4A94-BD8A-706FA8EDDF8D}"/>
          </ac:spMkLst>
        </pc:spChg>
        <pc:picChg chg="add mod">
          <ac:chgData name="JiangBo 姜波" userId="736415b8-15c2-42ee-9784-5e11fe1c57ee" providerId="ADAL" clId="{A14F399C-E430-4602-AF3C-67CF0BF803FC}" dt="2025-04-16T11:57:29.767" v="2489" actId="1036"/>
          <ac:picMkLst>
            <pc:docMk/>
            <pc:sldMk cId="1543956467" sldId="605"/>
            <ac:picMk id="6" creationId="{1B553AC2-AE74-314B-51BC-E834BACAB450}"/>
          </ac:picMkLst>
        </pc:picChg>
      </pc:sldChg>
      <pc:sldChg chg="addSp modSp new del mod">
        <pc:chgData name="JiangBo 姜波" userId="736415b8-15c2-42ee-9784-5e11fe1c57ee" providerId="ADAL" clId="{A14F399C-E430-4602-AF3C-67CF0BF803FC}" dt="2025-04-16T01:51:51.484" v="1201" actId="47"/>
        <pc:sldMkLst>
          <pc:docMk/>
          <pc:sldMk cId="210450182" sldId="606"/>
        </pc:sldMkLst>
        <pc:spChg chg="mod">
          <ac:chgData name="JiangBo 姜波" userId="736415b8-15c2-42ee-9784-5e11fe1c57ee" providerId="ADAL" clId="{A14F399C-E430-4602-AF3C-67CF0BF803FC}" dt="2025-04-16T01:37:10.292" v="739" actId="20577"/>
          <ac:spMkLst>
            <pc:docMk/>
            <pc:sldMk cId="210450182" sldId="606"/>
            <ac:spMk id="2" creationId="{44C7496E-5AD7-C69E-05E5-3094950E298F}"/>
          </ac:spMkLst>
        </pc:spChg>
        <pc:graphicFrameChg chg="add mod">
          <ac:chgData name="JiangBo 姜波" userId="736415b8-15c2-42ee-9784-5e11fe1c57ee" providerId="ADAL" clId="{A14F399C-E430-4602-AF3C-67CF0BF803FC}" dt="2025-04-16T01:37:12.801" v="740"/>
          <ac:graphicFrameMkLst>
            <pc:docMk/>
            <pc:sldMk cId="210450182" sldId="606"/>
            <ac:graphicFrameMk id="3" creationId="{F745C1E7-FF5F-175E-E33A-1D026D381AC1}"/>
          </ac:graphicFrameMkLst>
        </pc:graphicFrameChg>
        <pc:graphicFrameChg chg="add mod">
          <ac:chgData name="JiangBo 姜波" userId="736415b8-15c2-42ee-9784-5e11fe1c57ee" providerId="ADAL" clId="{A14F399C-E430-4602-AF3C-67CF0BF803FC}" dt="2025-04-16T01:38:38.851" v="746" actId="1076"/>
          <ac:graphicFrameMkLst>
            <pc:docMk/>
            <pc:sldMk cId="210450182" sldId="606"/>
            <ac:graphicFrameMk id="4" creationId="{3A3C9C40-C6C4-C5F2-6CF4-EC7660B02FDB}"/>
          </ac:graphicFrameMkLst>
        </pc:graphicFrameChg>
        <pc:graphicFrameChg chg="add mod">
          <ac:chgData name="JiangBo 姜波" userId="736415b8-15c2-42ee-9784-5e11fe1c57ee" providerId="ADAL" clId="{A14F399C-E430-4602-AF3C-67CF0BF803FC}" dt="2025-04-16T01:38:18.447" v="744" actId="1076"/>
          <ac:graphicFrameMkLst>
            <pc:docMk/>
            <pc:sldMk cId="210450182" sldId="606"/>
            <ac:graphicFrameMk id="5" creationId="{EED28851-1423-56D1-9EA1-6F38FB7DD3A8}"/>
          </ac:graphicFrameMkLst>
        </pc:graphicFrameChg>
        <pc:graphicFrameChg chg="add mod">
          <ac:chgData name="JiangBo 姜波" userId="736415b8-15c2-42ee-9784-5e11fe1c57ee" providerId="ADAL" clId="{A14F399C-E430-4602-AF3C-67CF0BF803FC}" dt="2025-04-16T01:38:43.947" v="748" actId="1076"/>
          <ac:graphicFrameMkLst>
            <pc:docMk/>
            <pc:sldMk cId="210450182" sldId="606"/>
            <ac:graphicFrameMk id="6" creationId="{86442853-6256-E98F-7CC9-BA921A881BEF}"/>
          </ac:graphicFrameMkLst>
        </pc:graphicFrameChg>
      </pc:sldChg>
      <pc:sldChg chg="addSp delSp modSp add mod">
        <pc:chgData name="JiangBo 姜波" userId="736415b8-15c2-42ee-9784-5e11fe1c57ee" providerId="ADAL" clId="{A14F399C-E430-4602-AF3C-67CF0BF803FC}" dt="2025-04-16T02:17:53.935" v="2136" actId="20577"/>
        <pc:sldMkLst>
          <pc:docMk/>
          <pc:sldMk cId="4290585827" sldId="607"/>
        </pc:sldMkLst>
        <pc:spChg chg="mod">
          <ac:chgData name="JiangBo 姜波" userId="736415b8-15c2-42ee-9784-5e11fe1c57ee" providerId="ADAL" clId="{A14F399C-E430-4602-AF3C-67CF0BF803FC}" dt="2025-04-16T01:47:51.900" v="1054"/>
          <ac:spMkLst>
            <pc:docMk/>
            <pc:sldMk cId="4290585827" sldId="607"/>
            <ac:spMk id="3" creationId="{31BDA97F-61B0-B86C-B64C-C1D1D17D251A}"/>
          </ac:spMkLst>
        </pc:spChg>
        <pc:spChg chg="add mod">
          <ac:chgData name="JiangBo 姜波" userId="736415b8-15c2-42ee-9784-5e11fe1c57ee" providerId="ADAL" clId="{A14F399C-E430-4602-AF3C-67CF0BF803FC}" dt="2025-04-16T01:48:07.730" v="1055" actId="2085"/>
          <ac:spMkLst>
            <pc:docMk/>
            <pc:sldMk cId="4290585827" sldId="607"/>
            <ac:spMk id="6" creationId="{A0C44E43-BA70-ECEC-8003-48A4A3F54354}"/>
          </ac:spMkLst>
        </pc:spChg>
        <pc:spChg chg="add mod">
          <ac:chgData name="JiangBo 姜波" userId="736415b8-15c2-42ee-9784-5e11fe1c57ee" providerId="ADAL" clId="{A14F399C-E430-4602-AF3C-67CF0BF803FC}" dt="2025-04-16T01:48:07.730" v="1055" actId="2085"/>
          <ac:spMkLst>
            <pc:docMk/>
            <pc:sldMk cId="4290585827" sldId="607"/>
            <ac:spMk id="7" creationId="{10E837B2-C3E0-A622-6389-26B8B6C2A68A}"/>
          </ac:spMkLst>
        </pc:spChg>
        <pc:spChg chg="mod">
          <ac:chgData name="JiangBo 姜波" userId="736415b8-15c2-42ee-9784-5e11fe1c57ee" providerId="ADAL" clId="{A14F399C-E430-4602-AF3C-67CF0BF803FC}" dt="2025-04-16T02:17:53.935" v="2136" actId="20577"/>
          <ac:spMkLst>
            <pc:docMk/>
            <pc:sldMk cId="4290585827" sldId="607"/>
            <ac:spMk id="9" creationId="{E10B8FEA-678B-B14F-ED07-F5E65CE35C35}"/>
          </ac:spMkLst>
        </pc:spChg>
        <pc:spChg chg="add mod">
          <ac:chgData name="JiangBo 姜波" userId="736415b8-15c2-42ee-9784-5e11fe1c57ee" providerId="ADAL" clId="{A14F399C-E430-4602-AF3C-67CF0BF803FC}" dt="2025-04-16T01:48:07.730" v="1055" actId="2085"/>
          <ac:spMkLst>
            <pc:docMk/>
            <pc:sldMk cId="4290585827" sldId="607"/>
            <ac:spMk id="10" creationId="{9FFC66CC-E602-CF5E-46D2-50365CBDEA80}"/>
          </ac:spMkLst>
        </pc:spChg>
        <pc:graphicFrameChg chg="add mod modGraphic">
          <ac:chgData name="JiangBo 姜波" userId="736415b8-15c2-42ee-9784-5e11fe1c57ee" providerId="ADAL" clId="{A14F399C-E430-4602-AF3C-67CF0BF803FC}" dt="2025-04-16T01:46:55.290" v="1029" actId="14100"/>
          <ac:graphicFrameMkLst>
            <pc:docMk/>
            <pc:sldMk cId="4290585827" sldId="607"/>
            <ac:graphicFrameMk id="2" creationId="{DB413A81-6277-1B42-EF89-B9D461102AB5}"/>
          </ac:graphicFrameMkLst>
        </pc:graphicFrameChg>
        <pc:graphicFrameChg chg="add mod modGraphic">
          <ac:chgData name="JiangBo 姜波" userId="736415b8-15c2-42ee-9784-5e11fe1c57ee" providerId="ADAL" clId="{A14F399C-E430-4602-AF3C-67CF0BF803FC}" dt="2025-04-16T01:46:58.206" v="1030" actId="14100"/>
          <ac:graphicFrameMkLst>
            <pc:docMk/>
            <pc:sldMk cId="4290585827" sldId="607"/>
            <ac:graphicFrameMk id="4" creationId="{76CB8C7D-14CD-5657-4FA2-F04599802356}"/>
          </ac:graphicFrameMkLst>
        </pc:graphicFrameChg>
        <pc:graphicFrameChg chg="add mod modGraphic">
          <ac:chgData name="JiangBo 姜波" userId="736415b8-15c2-42ee-9784-5e11fe1c57ee" providerId="ADAL" clId="{A14F399C-E430-4602-AF3C-67CF0BF803FC}" dt="2025-04-16T01:46:51.940" v="1028" actId="14100"/>
          <ac:graphicFrameMkLst>
            <pc:docMk/>
            <pc:sldMk cId="4290585827" sldId="607"/>
            <ac:graphicFrameMk id="5" creationId="{4513BF32-5851-7A76-4CA4-3D20EBDAE7FC}"/>
          </ac:graphicFrameMkLst>
        </pc:graphicFrameChg>
        <pc:picChg chg="del">
          <ac:chgData name="JiangBo 姜波" userId="736415b8-15c2-42ee-9784-5e11fe1c57ee" providerId="ADAL" clId="{A14F399C-E430-4602-AF3C-67CF0BF803FC}" dt="2025-04-16T01:44:06.474" v="963" actId="478"/>
          <ac:picMkLst>
            <pc:docMk/>
            <pc:sldMk cId="4290585827" sldId="607"/>
            <ac:picMk id="8" creationId="{D25B565E-3F29-9E68-1378-739950584435}"/>
          </ac:picMkLst>
        </pc:picChg>
      </pc:sldChg>
      <pc:sldChg chg="addSp delSp modSp add mod">
        <pc:chgData name="JiangBo 姜波" userId="736415b8-15c2-42ee-9784-5e11fe1c57ee" providerId="ADAL" clId="{A14F399C-E430-4602-AF3C-67CF0BF803FC}" dt="2025-04-16T12:52:20.580" v="2602" actId="1076"/>
        <pc:sldMkLst>
          <pc:docMk/>
          <pc:sldMk cId="3108760084" sldId="608"/>
        </pc:sldMkLst>
        <pc:spChg chg="del">
          <ac:chgData name="JiangBo 姜波" userId="736415b8-15c2-42ee-9784-5e11fe1c57ee" providerId="ADAL" clId="{A14F399C-E430-4602-AF3C-67CF0BF803FC}" dt="2025-04-16T01:54:26.734" v="1212" actId="478"/>
          <ac:spMkLst>
            <pc:docMk/>
            <pc:sldMk cId="3108760084" sldId="608"/>
            <ac:spMk id="2" creationId="{2685E2C2-52B5-6476-B59F-9AAD78051F66}"/>
          </ac:spMkLst>
        </pc:spChg>
        <pc:spChg chg="mod">
          <ac:chgData name="JiangBo 姜波" userId="736415b8-15c2-42ee-9784-5e11fe1c57ee" providerId="ADAL" clId="{A14F399C-E430-4602-AF3C-67CF0BF803FC}" dt="2025-04-16T01:57:20.111" v="1233"/>
          <ac:spMkLst>
            <pc:docMk/>
            <pc:sldMk cId="3108760084" sldId="608"/>
            <ac:spMk id="3" creationId="{41D9BA6F-30CF-9E7C-64A7-2F1C70957312}"/>
          </ac:spMkLst>
        </pc:spChg>
        <pc:spChg chg="del mod">
          <ac:chgData name="JiangBo 姜波" userId="736415b8-15c2-42ee-9784-5e11fe1c57ee" providerId="ADAL" clId="{A14F399C-E430-4602-AF3C-67CF0BF803FC}" dt="2025-04-16T01:54:45.330" v="1215" actId="478"/>
          <ac:spMkLst>
            <pc:docMk/>
            <pc:sldMk cId="3108760084" sldId="608"/>
            <ac:spMk id="5" creationId="{932BB6BF-3DEB-3E62-DD1D-325A46481DB1}"/>
          </ac:spMkLst>
        </pc:spChg>
        <pc:spChg chg="del mod">
          <ac:chgData name="JiangBo 姜波" userId="736415b8-15c2-42ee-9784-5e11fe1c57ee" providerId="ADAL" clId="{A14F399C-E430-4602-AF3C-67CF0BF803FC}" dt="2025-04-16T01:54:39.372" v="1214" actId="478"/>
          <ac:spMkLst>
            <pc:docMk/>
            <pc:sldMk cId="3108760084" sldId="608"/>
            <ac:spMk id="6" creationId="{8213EE0B-74F1-8362-9AB8-FC980F464536}"/>
          </ac:spMkLst>
        </pc:spChg>
        <pc:spChg chg="del mod">
          <ac:chgData name="JiangBo 姜波" userId="736415b8-15c2-42ee-9784-5e11fe1c57ee" providerId="ADAL" clId="{A14F399C-E430-4602-AF3C-67CF0BF803FC}" dt="2025-04-16T01:54:47.230" v="1216" actId="478"/>
          <ac:spMkLst>
            <pc:docMk/>
            <pc:sldMk cId="3108760084" sldId="608"/>
            <ac:spMk id="7" creationId="{D571C9DD-B2E6-5CBA-EB53-9B69A588E947}"/>
          </ac:spMkLst>
        </pc:spChg>
        <pc:spChg chg="del mod">
          <ac:chgData name="JiangBo 姜波" userId="736415b8-15c2-42ee-9784-5e11fe1c57ee" providerId="ADAL" clId="{A14F399C-E430-4602-AF3C-67CF0BF803FC}" dt="2025-04-16T01:54:39.372" v="1214" actId="478"/>
          <ac:spMkLst>
            <pc:docMk/>
            <pc:sldMk cId="3108760084" sldId="608"/>
            <ac:spMk id="8" creationId="{905A0AC9-99E6-7212-2249-E01C080B1633}"/>
          </ac:spMkLst>
        </pc:spChg>
        <pc:spChg chg="del mod">
          <ac:chgData name="JiangBo 姜波" userId="736415b8-15c2-42ee-9784-5e11fe1c57ee" providerId="ADAL" clId="{A14F399C-E430-4602-AF3C-67CF0BF803FC}" dt="2025-04-16T01:56:50.110" v="1226" actId="478"/>
          <ac:spMkLst>
            <pc:docMk/>
            <pc:sldMk cId="3108760084" sldId="608"/>
            <ac:spMk id="9" creationId="{1BFF2B8F-AB67-3081-0DDA-DB6144E40C7E}"/>
          </ac:spMkLst>
        </pc:spChg>
        <pc:spChg chg="add mod">
          <ac:chgData name="JiangBo 姜波" userId="736415b8-15c2-42ee-9784-5e11fe1c57ee" providerId="ADAL" clId="{A14F399C-E430-4602-AF3C-67CF0BF803FC}" dt="2025-04-16T01:58:13.353" v="1286" actId="14100"/>
          <ac:spMkLst>
            <pc:docMk/>
            <pc:sldMk cId="3108760084" sldId="608"/>
            <ac:spMk id="13" creationId="{9ECFBF3F-86FE-825B-BD24-E7E8338D27A1}"/>
          </ac:spMkLst>
        </pc:spChg>
        <pc:spChg chg="del mod">
          <ac:chgData name="JiangBo 姜波" userId="736415b8-15c2-42ee-9784-5e11fe1c57ee" providerId="ADAL" clId="{A14F399C-E430-4602-AF3C-67CF0BF803FC}" dt="2025-04-16T01:54:39.372" v="1214" actId="478"/>
          <ac:spMkLst>
            <pc:docMk/>
            <pc:sldMk cId="3108760084" sldId="608"/>
            <ac:spMk id="17" creationId="{C5BFE291-0352-59B6-3A40-C02B7E8F9761}"/>
          </ac:spMkLst>
        </pc:spChg>
        <pc:spChg chg="del mod">
          <ac:chgData name="JiangBo 姜波" userId="736415b8-15c2-42ee-9784-5e11fe1c57ee" providerId="ADAL" clId="{A14F399C-E430-4602-AF3C-67CF0BF803FC}" dt="2025-04-16T01:56:50.110" v="1226" actId="478"/>
          <ac:spMkLst>
            <pc:docMk/>
            <pc:sldMk cId="3108760084" sldId="608"/>
            <ac:spMk id="18" creationId="{F0BB5E1B-31F8-7458-7611-0D01ECFDEFF2}"/>
          </ac:spMkLst>
        </pc:spChg>
        <pc:graphicFrameChg chg="add mod">
          <ac:chgData name="JiangBo 姜波" userId="736415b8-15c2-42ee-9784-5e11fe1c57ee" providerId="ADAL" clId="{A14F399C-E430-4602-AF3C-67CF0BF803FC}" dt="2025-04-16T01:56:16.990" v="1218"/>
          <ac:graphicFrameMkLst>
            <pc:docMk/>
            <pc:sldMk cId="3108760084" sldId="608"/>
            <ac:graphicFrameMk id="4" creationId="{7F88D69B-B282-B7A3-A9AD-3F76C2D8D3F6}"/>
          </ac:graphicFrameMkLst>
        </pc:graphicFrameChg>
        <pc:graphicFrameChg chg="add mod modGraphic">
          <ac:chgData name="JiangBo 姜波" userId="736415b8-15c2-42ee-9784-5e11fe1c57ee" providerId="ADAL" clId="{A14F399C-E430-4602-AF3C-67CF0BF803FC}" dt="2025-04-16T12:52:20.580" v="2602" actId="1076"/>
          <ac:graphicFrameMkLst>
            <pc:docMk/>
            <pc:sldMk cId="3108760084" sldId="608"/>
            <ac:graphicFrameMk id="10" creationId="{39739F7F-7770-BD3F-B63C-EA6FBE5C55D9}"/>
          </ac:graphicFrameMkLst>
        </pc:graphicFrameChg>
        <pc:cxnChg chg="del mod">
          <ac:chgData name="JiangBo 姜波" userId="736415b8-15c2-42ee-9784-5e11fe1c57ee" providerId="ADAL" clId="{A14F399C-E430-4602-AF3C-67CF0BF803FC}" dt="2025-04-16T01:54:26.734" v="1212" actId="478"/>
          <ac:cxnSpMkLst>
            <pc:docMk/>
            <pc:sldMk cId="3108760084" sldId="608"/>
            <ac:cxnSpMk id="11" creationId="{0E1F9DD5-3DBC-155B-647A-22BBE66373BC}"/>
          </ac:cxnSpMkLst>
        </pc:cxnChg>
        <pc:cxnChg chg="del mod">
          <ac:chgData name="JiangBo 姜波" userId="736415b8-15c2-42ee-9784-5e11fe1c57ee" providerId="ADAL" clId="{A14F399C-E430-4602-AF3C-67CF0BF803FC}" dt="2025-04-16T01:54:26.734" v="1212" actId="478"/>
          <ac:cxnSpMkLst>
            <pc:docMk/>
            <pc:sldMk cId="3108760084" sldId="608"/>
            <ac:cxnSpMk id="12" creationId="{AB61131B-6080-03BC-CEC3-80AB32F67F77}"/>
          </ac:cxnSpMkLst>
        </pc:cxnChg>
      </pc:sldChg>
      <pc:sldChg chg="add del">
        <pc:chgData name="JiangBo 姜波" userId="736415b8-15c2-42ee-9784-5e11fe1c57ee" providerId="ADAL" clId="{A14F399C-E430-4602-AF3C-67CF0BF803FC}" dt="2025-04-16T01:58:22.688" v="1288" actId="47"/>
        <pc:sldMkLst>
          <pc:docMk/>
          <pc:sldMk cId="233066672" sldId="609"/>
        </pc:sldMkLst>
      </pc:sldChg>
      <pc:sldChg chg="addSp delSp modSp add mod">
        <pc:chgData name="JiangBo 姜波" userId="736415b8-15c2-42ee-9784-5e11fe1c57ee" providerId="ADAL" clId="{A14F399C-E430-4602-AF3C-67CF0BF803FC}" dt="2025-04-16T12:51:11.895" v="2601" actId="14734"/>
        <pc:sldMkLst>
          <pc:docMk/>
          <pc:sldMk cId="4267616660" sldId="609"/>
        </pc:sldMkLst>
        <pc:spChg chg="del">
          <ac:chgData name="JiangBo 姜波" userId="736415b8-15c2-42ee-9784-5e11fe1c57ee" providerId="ADAL" clId="{A14F399C-E430-4602-AF3C-67CF0BF803FC}" dt="2025-04-16T02:10:52.183" v="1860" actId="478"/>
          <ac:spMkLst>
            <pc:docMk/>
            <pc:sldMk cId="4267616660" sldId="609"/>
            <ac:spMk id="2" creationId="{3FDFF091-C34E-315D-50DB-900D96491496}"/>
          </ac:spMkLst>
        </pc:spChg>
        <pc:spChg chg="mod">
          <ac:chgData name="JiangBo 姜波" userId="736415b8-15c2-42ee-9784-5e11fe1c57ee" providerId="ADAL" clId="{A14F399C-E430-4602-AF3C-67CF0BF803FC}" dt="2025-04-16T02:10:47.903" v="1859"/>
          <ac:spMkLst>
            <pc:docMk/>
            <pc:sldMk cId="4267616660" sldId="609"/>
            <ac:spMk id="3" creationId="{163DF369-A113-2A95-0D56-3D2EB3447E30}"/>
          </ac:spMkLst>
        </pc:spChg>
        <pc:spChg chg="mod">
          <ac:chgData name="JiangBo 姜波" userId="736415b8-15c2-42ee-9784-5e11fe1c57ee" providerId="ADAL" clId="{A14F399C-E430-4602-AF3C-67CF0BF803FC}" dt="2025-04-16T11:59:32.898" v="2512" actId="21"/>
          <ac:spMkLst>
            <pc:docMk/>
            <pc:sldMk cId="4267616660" sldId="609"/>
            <ac:spMk id="4" creationId="{A00DE92A-DFEE-2D38-2A8D-8C388BC05D94}"/>
          </ac:spMkLst>
        </pc:spChg>
        <pc:spChg chg="del">
          <ac:chgData name="JiangBo 姜波" userId="736415b8-15c2-42ee-9784-5e11fe1c57ee" providerId="ADAL" clId="{A14F399C-E430-4602-AF3C-67CF0BF803FC}" dt="2025-04-16T02:10:52.183" v="1860" actId="478"/>
          <ac:spMkLst>
            <pc:docMk/>
            <pc:sldMk cId="4267616660" sldId="609"/>
            <ac:spMk id="7" creationId="{3608D0DD-9B7B-F2F8-66EC-7C82606B58B7}"/>
          </ac:spMkLst>
        </pc:spChg>
        <pc:spChg chg="del">
          <ac:chgData name="JiangBo 姜波" userId="736415b8-15c2-42ee-9784-5e11fe1c57ee" providerId="ADAL" clId="{A14F399C-E430-4602-AF3C-67CF0BF803FC}" dt="2025-04-16T02:10:52.183" v="1860" actId="478"/>
          <ac:spMkLst>
            <pc:docMk/>
            <pc:sldMk cId="4267616660" sldId="609"/>
            <ac:spMk id="8" creationId="{48D69074-C433-A8C1-0FFF-332F3278CA6B}"/>
          </ac:spMkLst>
        </pc:spChg>
        <pc:spChg chg="del">
          <ac:chgData name="JiangBo 姜波" userId="736415b8-15c2-42ee-9784-5e11fe1c57ee" providerId="ADAL" clId="{A14F399C-E430-4602-AF3C-67CF0BF803FC}" dt="2025-04-16T02:10:52.183" v="1860" actId="478"/>
          <ac:spMkLst>
            <pc:docMk/>
            <pc:sldMk cId="4267616660" sldId="609"/>
            <ac:spMk id="9" creationId="{E5BAB370-22F0-F3C9-7A03-7E25A5854E13}"/>
          </ac:spMkLst>
        </pc:spChg>
        <pc:spChg chg="del">
          <ac:chgData name="JiangBo 姜波" userId="736415b8-15c2-42ee-9784-5e11fe1c57ee" providerId="ADAL" clId="{A14F399C-E430-4602-AF3C-67CF0BF803FC}" dt="2025-04-16T02:10:52.183" v="1860" actId="478"/>
          <ac:spMkLst>
            <pc:docMk/>
            <pc:sldMk cId="4267616660" sldId="609"/>
            <ac:spMk id="10" creationId="{CD221D00-DEFB-1907-50C1-DE215BE2B929}"/>
          </ac:spMkLst>
        </pc:spChg>
        <pc:spChg chg="del">
          <ac:chgData name="JiangBo 姜波" userId="736415b8-15c2-42ee-9784-5e11fe1c57ee" providerId="ADAL" clId="{A14F399C-E430-4602-AF3C-67CF0BF803FC}" dt="2025-04-16T02:10:52.183" v="1860" actId="478"/>
          <ac:spMkLst>
            <pc:docMk/>
            <pc:sldMk cId="4267616660" sldId="609"/>
            <ac:spMk id="11" creationId="{B92CC1B3-1D4C-315D-D316-08F0818F3181}"/>
          </ac:spMkLst>
        </pc:spChg>
        <pc:spChg chg="del">
          <ac:chgData name="JiangBo 姜波" userId="736415b8-15c2-42ee-9784-5e11fe1c57ee" providerId="ADAL" clId="{A14F399C-E430-4602-AF3C-67CF0BF803FC}" dt="2025-04-16T02:10:55.940" v="1861" actId="478"/>
          <ac:spMkLst>
            <pc:docMk/>
            <pc:sldMk cId="4267616660" sldId="609"/>
            <ac:spMk id="12" creationId="{D333E12F-F03E-4A94-BD8A-706FA8EDDF8D}"/>
          </ac:spMkLst>
        </pc:spChg>
        <pc:graphicFrameChg chg="add mod modGraphic">
          <ac:chgData name="JiangBo 姜波" userId="736415b8-15c2-42ee-9784-5e11fe1c57ee" providerId="ADAL" clId="{A14F399C-E430-4602-AF3C-67CF0BF803FC}" dt="2025-04-16T12:51:11.895" v="2601" actId="14734"/>
          <ac:graphicFrameMkLst>
            <pc:docMk/>
            <pc:sldMk cId="4267616660" sldId="609"/>
            <ac:graphicFrameMk id="2" creationId="{7B7BA4C1-AAB8-CA89-0396-713C151A2FBF}"/>
          </ac:graphicFrameMkLst>
        </pc:graphicFrameChg>
      </pc:sldChg>
      <pc:sldChg chg="addSp delSp modSp add mod">
        <pc:chgData name="JiangBo 姜波" userId="736415b8-15c2-42ee-9784-5e11fe1c57ee" providerId="ADAL" clId="{A14F399C-E430-4602-AF3C-67CF0BF803FC}" dt="2025-04-16T11:55:26.833" v="2468" actId="1076"/>
        <pc:sldMkLst>
          <pc:docMk/>
          <pc:sldMk cId="93492699" sldId="610"/>
        </pc:sldMkLst>
        <pc:spChg chg="mod">
          <ac:chgData name="JiangBo 姜波" userId="736415b8-15c2-42ee-9784-5e11fe1c57ee" providerId="ADAL" clId="{A14F399C-E430-4602-AF3C-67CF0BF803FC}" dt="2025-04-16T11:42:07.929" v="2173"/>
          <ac:spMkLst>
            <pc:docMk/>
            <pc:sldMk cId="93492699" sldId="610"/>
            <ac:spMk id="3" creationId="{E6EF4ECE-AA16-C8DB-265F-DF8DE358D23F}"/>
          </ac:spMkLst>
        </pc:spChg>
        <pc:spChg chg="add mod">
          <ac:chgData name="JiangBo 姜波" userId="736415b8-15c2-42ee-9784-5e11fe1c57ee" providerId="ADAL" clId="{A14F399C-E430-4602-AF3C-67CF0BF803FC}" dt="2025-04-16T11:47:12.840" v="2186" actId="1582"/>
          <ac:spMkLst>
            <pc:docMk/>
            <pc:sldMk cId="93492699" sldId="610"/>
            <ac:spMk id="7" creationId="{D0DBB28E-9263-3E17-4BB8-6EA5A01EEECE}"/>
          </ac:spMkLst>
        </pc:spChg>
        <pc:spChg chg="del">
          <ac:chgData name="JiangBo 姜波" userId="736415b8-15c2-42ee-9784-5e11fe1c57ee" providerId="ADAL" clId="{A14F399C-E430-4602-AF3C-67CF0BF803FC}" dt="2025-04-16T11:42:02.994" v="2171" actId="478"/>
          <ac:spMkLst>
            <pc:docMk/>
            <pc:sldMk cId="93492699" sldId="610"/>
            <ac:spMk id="9" creationId="{BFADAC1E-77E8-8EA3-230E-0F71425A24A9}"/>
          </ac:spMkLst>
        </pc:spChg>
        <pc:spChg chg="add mod">
          <ac:chgData name="JiangBo 姜波" userId="736415b8-15c2-42ee-9784-5e11fe1c57ee" providerId="ADAL" clId="{A14F399C-E430-4602-AF3C-67CF0BF803FC}" dt="2025-04-16T11:54:01.535" v="2464" actId="207"/>
          <ac:spMkLst>
            <pc:docMk/>
            <pc:sldMk cId="93492699" sldId="610"/>
            <ac:spMk id="14" creationId="{03023C91-2FC6-7F1A-AA16-8E02788669BE}"/>
          </ac:spMkLst>
        </pc:spChg>
        <pc:spChg chg="add mod">
          <ac:chgData name="JiangBo 姜波" userId="736415b8-15c2-42ee-9784-5e11fe1c57ee" providerId="ADAL" clId="{A14F399C-E430-4602-AF3C-67CF0BF803FC}" dt="2025-04-16T11:55:18.373" v="2466" actId="1076"/>
          <ac:spMkLst>
            <pc:docMk/>
            <pc:sldMk cId="93492699" sldId="610"/>
            <ac:spMk id="15" creationId="{15B3D199-2842-AC94-2E68-C1BA1B8FF1D3}"/>
          </ac:spMkLst>
        </pc:spChg>
        <pc:spChg chg="add mod">
          <ac:chgData name="JiangBo 姜波" userId="736415b8-15c2-42ee-9784-5e11fe1c57ee" providerId="ADAL" clId="{A14F399C-E430-4602-AF3C-67CF0BF803FC}" dt="2025-04-16T11:55:26.833" v="2468" actId="1076"/>
          <ac:spMkLst>
            <pc:docMk/>
            <pc:sldMk cId="93492699" sldId="610"/>
            <ac:spMk id="16" creationId="{E64E9A6D-B7A4-74D7-B138-229F267A3043}"/>
          </ac:spMkLst>
        </pc:spChg>
        <pc:picChg chg="add del mod">
          <ac:chgData name="JiangBo 姜波" userId="736415b8-15c2-42ee-9784-5e11fe1c57ee" providerId="ADAL" clId="{A14F399C-E430-4602-AF3C-67CF0BF803FC}" dt="2025-04-16T11:46:30.988" v="2178" actId="478"/>
          <ac:picMkLst>
            <pc:docMk/>
            <pc:sldMk cId="93492699" sldId="610"/>
            <ac:picMk id="4" creationId="{0A9BEA9C-9062-1396-4F6F-5001DEEB19A7}"/>
          </ac:picMkLst>
        </pc:picChg>
        <pc:picChg chg="add mod modCrop">
          <ac:chgData name="JiangBo 姜波" userId="736415b8-15c2-42ee-9784-5e11fe1c57ee" providerId="ADAL" clId="{A14F399C-E430-4602-AF3C-67CF0BF803FC}" dt="2025-04-16T11:48:55.161" v="2200" actId="732"/>
          <ac:picMkLst>
            <pc:docMk/>
            <pc:sldMk cId="93492699" sldId="610"/>
            <ac:picMk id="6" creationId="{593DCDD2-8163-8151-E1EF-FB20AB192841}"/>
          </ac:picMkLst>
        </pc:picChg>
        <pc:picChg chg="del">
          <ac:chgData name="JiangBo 姜波" userId="736415b8-15c2-42ee-9784-5e11fe1c57ee" providerId="ADAL" clId="{A14F399C-E430-4602-AF3C-67CF0BF803FC}" dt="2025-04-16T11:41:58.744" v="2170" actId="478"/>
          <ac:picMkLst>
            <pc:docMk/>
            <pc:sldMk cId="93492699" sldId="610"/>
            <ac:picMk id="8" creationId="{A9188FF5-AE7D-248D-FE81-5A9F4E1CE7DE}"/>
          </ac:picMkLst>
        </pc:picChg>
        <pc:picChg chg="add mod">
          <ac:chgData name="JiangBo 姜波" userId="736415b8-15c2-42ee-9784-5e11fe1c57ee" providerId="ADAL" clId="{A14F399C-E430-4602-AF3C-67CF0BF803FC}" dt="2025-04-16T11:47:56.488" v="2191" actId="14100"/>
          <ac:picMkLst>
            <pc:docMk/>
            <pc:sldMk cId="93492699" sldId="610"/>
            <ac:picMk id="11" creationId="{0F40EBDE-7D3F-A5CA-3B10-1C5372E15A33}"/>
          </ac:picMkLst>
        </pc:picChg>
        <pc:picChg chg="add mod">
          <ac:chgData name="JiangBo 姜波" userId="736415b8-15c2-42ee-9784-5e11fe1c57ee" providerId="ADAL" clId="{A14F399C-E430-4602-AF3C-67CF0BF803FC}" dt="2025-04-16T11:48:39.221" v="2197" actId="1076"/>
          <ac:picMkLst>
            <pc:docMk/>
            <pc:sldMk cId="93492699" sldId="610"/>
            <ac:picMk id="13" creationId="{0A850072-1564-5BE8-0EA4-FDDBB5D4948D}"/>
          </ac:picMkLst>
        </pc:picChg>
      </pc:sldChg>
      <pc:sldChg chg="add">
        <pc:chgData name="JiangBo 姜波" userId="736415b8-15c2-42ee-9784-5e11fe1c57ee" providerId="ADAL" clId="{A14F399C-E430-4602-AF3C-67CF0BF803FC}" dt="2025-04-16T12:49:24.042" v="2594"/>
        <pc:sldMkLst>
          <pc:docMk/>
          <pc:sldMk cId="0" sldId="3173"/>
        </pc:sldMkLst>
      </pc:sldChg>
      <pc:sldChg chg="add">
        <pc:chgData name="JiangBo 姜波" userId="736415b8-15c2-42ee-9784-5e11fe1c57ee" providerId="ADAL" clId="{A14F399C-E430-4602-AF3C-67CF0BF803FC}" dt="2025-04-16T12:49:24.042" v="2594"/>
        <pc:sldMkLst>
          <pc:docMk/>
          <pc:sldMk cId="0" sldId="4272"/>
        </pc:sldMkLst>
      </pc:sldChg>
      <pc:sldMasterChg chg="delSldLayout">
        <pc:chgData name="JiangBo 姜波" userId="736415b8-15c2-42ee-9784-5e11fe1c57ee" providerId="ADAL" clId="{A14F399C-E430-4602-AF3C-67CF0BF803FC}" dt="2025-04-16T02:15:59.522" v="2115" actId="47"/>
        <pc:sldMasterMkLst>
          <pc:docMk/>
          <pc:sldMasterMk cId="2747274011" sldId="2147483657"/>
        </pc:sldMasterMkLst>
        <pc:sldLayoutChg chg="del">
          <pc:chgData name="JiangBo 姜波" userId="736415b8-15c2-42ee-9784-5e11fe1c57ee" providerId="ADAL" clId="{A14F399C-E430-4602-AF3C-67CF0BF803FC}" dt="2025-04-16T02:15:59.522" v="2115" actId="47"/>
          <pc:sldLayoutMkLst>
            <pc:docMk/>
            <pc:sldMasterMk cId="2747274011" sldId="2147483657"/>
            <pc:sldLayoutMk cId="3588850012" sldId="2147483654"/>
          </pc:sldLayoutMkLst>
        </pc:sldLayoutChg>
      </pc:sldMasterChg>
    </pc:docChg>
  </pc:docChgLst>
  <pc:docChgLst>
    <pc:chgData name="JiangBo 姜波" userId="736415b8-15c2-42ee-9784-5e11fe1c57ee" providerId="ADAL" clId="{95FD7F5C-53C2-4EAA-B11A-95179E82CA19}"/>
    <pc:docChg chg="undo custSel addSld modSld modMainMaster">
      <pc:chgData name="JiangBo 姜波" userId="736415b8-15c2-42ee-9784-5e11fe1c57ee" providerId="ADAL" clId="{95FD7F5C-53C2-4EAA-B11A-95179E82CA19}" dt="2021-11-17T03:18:37.607" v="103" actId="478"/>
      <pc:docMkLst>
        <pc:docMk/>
      </pc:docMkLst>
      <pc:sldChg chg="modSp mod">
        <pc:chgData name="JiangBo 姜波" userId="736415b8-15c2-42ee-9784-5e11fe1c57ee" providerId="ADAL" clId="{95FD7F5C-53C2-4EAA-B11A-95179E82CA19}" dt="2021-11-17T02:59:35.478" v="2"/>
        <pc:sldMkLst>
          <pc:docMk/>
          <pc:sldMk cId="0" sldId="256"/>
        </pc:sldMkLst>
      </pc:sldChg>
      <pc:sldChg chg="addSp delSp modSp mod">
        <pc:chgData name="JiangBo 姜波" userId="736415b8-15c2-42ee-9784-5e11fe1c57ee" providerId="ADAL" clId="{95FD7F5C-53C2-4EAA-B11A-95179E82CA19}" dt="2021-11-17T03:00:51.893" v="22" actId="478"/>
        <pc:sldMkLst>
          <pc:docMk/>
          <pc:sldMk cId="79101876" sldId="581"/>
        </pc:sldMkLst>
      </pc:sldChg>
      <pc:sldChg chg="delSp modSp mod">
        <pc:chgData name="JiangBo 姜波" userId="736415b8-15c2-42ee-9784-5e11fe1c57ee" providerId="ADAL" clId="{95FD7F5C-53C2-4EAA-B11A-95179E82CA19}" dt="2021-11-17T03:04:18.974" v="66" actId="20577"/>
        <pc:sldMkLst>
          <pc:docMk/>
          <pc:sldMk cId="2443677311" sldId="598"/>
        </pc:sldMkLst>
      </pc:sldChg>
      <pc:sldChg chg="modSp add mod modClrScheme chgLayout">
        <pc:chgData name="JiangBo 姜波" userId="736415b8-15c2-42ee-9784-5e11fe1c57ee" providerId="ADAL" clId="{95FD7F5C-53C2-4EAA-B11A-95179E82CA19}" dt="2021-11-17T03:04:37.797" v="83" actId="20577"/>
        <pc:sldMkLst>
          <pc:docMk/>
          <pc:sldMk cId="1435727975" sldId="599"/>
        </pc:sldMkLst>
      </pc:sldChg>
      <pc:sldChg chg="addSp delSp modSp new add mod modClrScheme chgLayout">
        <pc:chgData name="JiangBo 姜波" userId="736415b8-15c2-42ee-9784-5e11fe1c57ee" providerId="ADAL" clId="{95FD7F5C-53C2-4EAA-B11A-95179E82CA19}" dt="2021-11-17T03:18:37.607" v="103" actId="478"/>
        <pc:sldMkLst>
          <pc:docMk/>
          <pc:sldMk cId="3196496314" sldId="600"/>
        </pc:sldMkLst>
      </pc:sldChg>
      <pc:sldMasterChg chg="modSldLayout sldLayoutOrd">
        <pc:chgData name="JiangBo 姜波" userId="736415b8-15c2-42ee-9784-5e11fe1c57ee" providerId="ADAL" clId="{95FD7F5C-53C2-4EAA-B11A-95179E82CA19}" dt="2021-11-17T03:17:51.636" v="102"/>
        <pc:sldMasterMkLst>
          <pc:docMk/>
          <pc:sldMasterMk cId="2747274011" sldId="2147483657"/>
        </pc:sldMasterMkLst>
        <pc:sldLayoutChg chg="addSp modSp">
          <pc:chgData name="JiangBo 姜波" userId="736415b8-15c2-42ee-9784-5e11fe1c57ee" providerId="ADAL" clId="{95FD7F5C-53C2-4EAA-B11A-95179E82CA19}" dt="2021-11-17T03:17:47.372" v="101"/>
          <pc:sldLayoutMkLst>
            <pc:docMk/>
            <pc:sldMasterMk cId="2747274011" sldId="2147483657"/>
            <pc:sldLayoutMk cId="3588850012" sldId="2147483654"/>
          </pc:sldLayoutMkLst>
        </pc:sldLayoutChg>
        <pc:sldLayoutChg chg="addSp delSp modSp mod">
          <pc:chgData name="JiangBo 姜波" userId="736415b8-15c2-42ee-9784-5e11fe1c57ee" providerId="ADAL" clId="{95FD7F5C-53C2-4EAA-B11A-95179E82CA19}" dt="2021-11-17T03:17:41.101" v="100" actId="1076"/>
          <pc:sldLayoutMkLst>
            <pc:docMk/>
            <pc:sldMasterMk cId="2747274011" sldId="2147483657"/>
            <pc:sldLayoutMk cId="603397036" sldId="2147483670"/>
          </pc:sldLayoutMkLst>
        </pc:sldLayoutChg>
        <pc:sldLayoutChg chg="ord">
          <pc:chgData name="JiangBo 姜波" userId="736415b8-15c2-42ee-9784-5e11fe1c57ee" providerId="ADAL" clId="{95FD7F5C-53C2-4EAA-B11A-95179E82CA19}" dt="2021-11-17T03:01:06.114" v="23" actId="20578"/>
          <pc:sldLayoutMkLst>
            <pc:docMk/>
            <pc:sldMasterMk cId="2747274011" sldId="2147483657"/>
            <pc:sldLayoutMk cId="2533013123" sldId="2147483671"/>
          </pc:sldLayoutMkLst>
        </pc:sldLayoutChg>
        <pc:sldLayoutChg chg="addSp delSp modSp mod">
          <pc:chgData name="JiangBo 姜波" userId="736415b8-15c2-42ee-9784-5e11fe1c57ee" providerId="ADAL" clId="{95FD7F5C-53C2-4EAA-B11A-95179E82CA19}" dt="2021-11-17T03:17:51.636" v="102"/>
          <pc:sldLayoutMkLst>
            <pc:docMk/>
            <pc:sldMasterMk cId="2747274011" sldId="2147483657"/>
            <pc:sldLayoutMk cId="528399447" sldId="2147483672"/>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pPr/>
              <a:t>2025/4/16</a:t>
            </a:fld>
            <a:endParaRPr lang="zh-CN" altLang="en-US">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pPr/>
              <a:t>‹#›</a:t>
            </a:fld>
            <a:endParaRPr lang="zh-CN" altLang="en-US">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854501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pPr/>
              <a:t>2025/4/16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pPr/>
              <a:t>‹#›</a:t>
            </a:fld>
            <a:endParaRPr lang="zh-CN" altLang="en-US"/>
          </a:p>
        </p:txBody>
      </p:sp>
    </p:spTree>
    <p:extLst>
      <p:ext uri="{BB962C8B-B14F-4D97-AF65-F5344CB8AC3E}">
        <p14:creationId xmlns:p14="http://schemas.microsoft.com/office/powerpoint/2010/main" val="2812607953"/>
      </p:ext>
    </p:extLst>
  </p:cSld>
  <p:clrMap bg1="lt1" tx1="dk1" bg2="lt2" tx2="dk2" accent1="accent1" accent2="accent2" accent3="accent3" accent4="accent4" accent5="accent5" accent6="accent6" hlink="hlink" folHlink="folHlink"/>
  <p:notesStyle>
    <a:lvl1pPr marL="0" algn="l" defTabSz="685800" rtl="0" eaLnBrk="1" latinLnBrk="0" hangingPunct="1">
      <a:defRPr sz="1200" kern="1200">
        <a:solidFill>
          <a:schemeClr val="tx1"/>
        </a:solidFill>
        <a:latin typeface="微软雅黑" panose="020B0503020204020204" charset="-122"/>
        <a:ea typeface="微软雅黑" panose="020B0503020204020204" charset="-122"/>
        <a:cs typeface="+mn-cs"/>
      </a:defRPr>
    </a:lvl1pPr>
    <a:lvl2pPr marL="342900" algn="l" defTabSz="685800" rtl="0" eaLnBrk="1" latinLnBrk="0" hangingPunct="1">
      <a:defRPr sz="900" kern="1200">
        <a:solidFill>
          <a:schemeClr val="tx1"/>
        </a:solidFill>
        <a:latin typeface="微软雅黑" panose="020B0503020204020204" charset="-122"/>
        <a:ea typeface="微软雅黑" panose="020B0503020204020204" charset="-122"/>
        <a:cs typeface="+mn-cs"/>
      </a:defRPr>
    </a:lvl2pPr>
    <a:lvl3pPr marL="685800" algn="l" defTabSz="685800" rtl="0" eaLnBrk="1" latinLnBrk="0" hangingPunct="1">
      <a:defRPr sz="900" kern="1200">
        <a:solidFill>
          <a:schemeClr val="tx1"/>
        </a:solidFill>
        <a:latin typeface="微软雅黑" panose="020B0503020204020204" charset="-122"/>
        <a:ea typeface="微软雅黑" panose="020B0503020204020204" charset="-122"/>
        <a:cs typeface="+mn-cs"/>
      </a:defRPr>
    </a:lvl3pPr>
    <a:lvl4pPr marL="1028700" algn="l" defTabSz="685800" rtl="0" eaLnBrk="1" latinLnBrk="0" hangingPunct="1">
      <a:defRPr sz="900" kern="1200">
        <a:solidFill>
          <a:schemeClr val="tx1"/>
        </a:solidFill>
        <a:latin typeface="微软雅黑" panose="020B0503020204020204" charset="-122"/>
        <a:ea typeface="微软雅黑" panose="020B0503020204020204" charset="-122"/>
        <a:cs typeface="+mn-cs"/>
      </a:defRPr>
    </a:lvl4pPr>
    <a:lvl5pPr marL="1371600" algn="l" defTabSz="685800" rtl="0" eaLnBrk="1" latinLnBrk="0" hangingPunct="1">
      <a:defRPr sz="900" kern="1200">
        <a:solidFill>
          <a:schemeClr val="tx1"/>
        </a:solidFill>
        <a:latin typeface="微软雅黑" panose="020B0503020204020204" charset="-122"/>
        <a:ea typeface="微软雅黑" panose="020B0503020204020204" charset="-122"/>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t>1</a:t>
            </a:fld>
            <a:endParaRPr lang="zh-CN" altLang="en-US"/>
          </a:p>
        </p:txBody>
      </p:sp>
    </p:spTree>
    <p:extLst>
      <p:ext uri="{BB962C8B-B14F-4D97-AF65-F5344CB8AC3E}">
        <p14:creationId xmlns:p14="http://schemas.microsoft.com/office/powerpoint/2010/main" val="19256567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511175" y="1233488"/>
            <a:ext cx="5911850" cy="3325812"/>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3.jpeg"/><Relationship Id="rId5" Type="http://schemas.openxmlformats.org/officeDocument/2006/relationships/image" Target="../media/image2.jpe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12.xml"/><Relationship Id="rId13" Type="http://schemas.openxmlformats.org/officeDocument/2006/relationships/tags" Target="../tags/tag17.xml"/><Relationship Id="rId18" Type="http://schemas.openxmlformats.org/officeDocument/2006/relationships/tags" Target="../tags/tag22.xml"/><Relationship Id="rId3" Type="http://schemas.openxmlformats.org/officeDocument/2006/relationships/tags" Target="../tags/tag7.xml"/><Relationship Id="rId21" Type="http://schemas.openxmlformats.org/officeDocument/2006/relationships/tags" Target="../tags/tag25.xml"/><Relationship Id="rId7" Type="http://schemas.openxmlformats.org/officeDocument/2006/relationships/tags" Target="../tags/tag11.xml"/><Relationship Id="rId12" Type="http://schemas.openxmlformats.org/officeDocument/2006/relationships/tags" Target="../tags/tag16.xml"/><Relationship Id="rId17" Type="http://schemas.openxmlformats.org/officeDocument/2006/relationships/tags" Target="../tags/tag21.xml"/><Relationship Id="rId2" Type="http://schemas.openxmlformats.org/officeDocument/2006/relationships/tags" Target="../tags/tag6.xml"/><Relationship Id="rId16" Type="http://schemas.openxmlformats.org/officeDocument/2006/relationships/tags" Target="../tags/tag20.xml"/><Relationship Id="rId20" Type="http://schemas.openxmlformats.org/officeDocument/2006/relationships/tags" Target="../tags/tag24.xml"/><Relationship Id="rId1" Type="http://schemas.openxmlformats.org/officeDocument/2006/relationships/tags" Target="../tags/tag5.xml"/><Relationship Id="rId6" Type="http://schemas.openxmlformats.org/officeDocument/2006/relationships/tags" Target="../tags/tag10.xml"/><Relationship Id="rId11" Type="http://schemas.openxmlformats.org/officeDocument/2006/relationships/tags" Target="../tags/tag15.xml"/><Relationship Id="rId24" Type="http://schemas.openxmlformats.org/officeDocument/2006/relationships/image" Target="../media/image3.jpeg"/><Relationship Id="rId5" Type="http://schemas.openxmlformats.org/officeDocument/2006/relationships/tags" Target="../tags/tag9.xml"/><Relationship Id="rId15" Type="http://schemas.openxmlformats.org/officeDocument/2006/relationships/tags" Target="../tags/tag19.xml"/><Relationship Id="rId23" Type="http://schemas.openxmlformats.org/officeDocument/2006/relationships/oleObject" Target="../embeddings/oleObject3.bin"/><Relationship Id="rId10" Type="http://schemas.openxmlformats.org/officeDocument/2006/relationships/tags" Target="../tags/tag14.xml"/><Relationship Id="rId19" Type="http://schemas.openxmlformats.org/officeDocument/2006/relationships/tags" Target="../tags/tag23.xml"/><Relationship Id="rId4" Type="http://schemas.openxmlformats.org/officeDocument/2006/relationships/tags" Target="../tags/tag8.xml"/><Relationship Id="rId9" Type="http://schemas.openxmlformats.org/officeDocument/2006/relationships/tags" Target="../tags/tag13.xml"/><Relationship Id="rId14" Type="http://schemas.openxmlformats.org/officeDocument/2006/relationships/tags" Target="../tags/tag18.xml"/><Relationship Id="rId2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slideMaster" Target="../slideMasters/slideMaster1.xml"/><Relationship Id="rId5" Type="http://schemas.openxmlformats.org/officeDocument/2006/relationships/tags" Target="../tags/tag30.xml"/><Relationship Id="rId4" Type="http://schemas.openxmlformats.org/officeDocument/2006/relationships/tags" Target="../tags/tag29.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slideMaster" Target="../slideMasters/slideMaster1.xml"/><Relationship Id="rId5" Type="http://schemas.openxmlformats.org/officeDocument/2006/relationships/tags" Target="../tags/tag35.xml"/><Relationship Id="rId4" Type="http://schemas.openxmlformats.org/officeDocument/2006/relationships/tags" Target="../tags/tag34.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Headline">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9F5B071F-2C6D-4C83-A47A-0CFF485B66B9}"/>
              </a:ext>
            </a:extLst>
          </p:cNvPr>
          <p:cNvGraphicFramePr>
            <a:graphicFrameLocks noChangeAspect="1"/>
          </p:cNvGraphicFramePr>
          <p:nvPr userDrawn="1">
            <p:custDataLst>
              <p:tags r:id="rId1"/>
            </p:custDataLst>
            <p:extLst>
              <p:ext uri="{D42A27DB-BD31-4B8C-83A1-F6EECF244321}">
                <p14:modId xmlns:p14="http://schemas.microsoft.com/office/powerpoint/2010/main" val="3903721354"/>
              </p:ext>
            </p:extLst>
          </p:nvPr>
        </p:nvGraphicFramePr>
        <p:xfrm>
          <a:off x="1588" y="1588"/>
          <a:ext cx="1589" cy="1588"/>
        </p:xfrm>
        <a:graphic>
          <a:graphicData uri="http://schemas.openxmlformats.org/presentationml/2006/ole">
            <mc:AlternateContent xmlns:mc="http://schemas.openxmlformats.org/markup-compatibility/2006">
              <mc:Choice xmlns:v="urn:schemas-microsoft-com:vml" Requires="v">
                <p:oleObj name="think-cell Slide" r:id="rId3" imgW="216" imgH="216" progId="TCLayout.ActiveDocument.1">
                  <p:embed/>
                </p:oleObj>
              </mc:Choice>
              <mc:Fallback>
                <p:oleObj name="think-cell Slide" r:id="rId3" imgW="216" imgH="216" progId="TCLayout.ActiveDocument.1">
                  <p:embed/>
                  <p:pic>
                    <p:nvPicPr>
                      <p:cNvPr id="2" name="Object 1" hidden="1">
                        <a:extLst>
                          <a:ext uri="{FF2B5EF4-FFF2-40B4-BE49-F238E27FC236}">
                            <a16:creationId xmlns:a16="http://schemas.microsoft.com/office/drawing/2014/main" id="{9F5B071F-2C6D-4C83-A47A-0CFF485B66B9}"/>
                          </a:ext>
                        </a:extLst>
                      </p:cNvPr>
                      <p:cNvPicPr/>
                      <p:nvPr/>
                    </p:nvPicPr>
                    <p:blipFill>
                      <a:blip r:embed="rId4"/>
                      <a:stretch>
                        <a:fillRect/>
                      </a:stretch>
                    </p:blipFill>
                    <p:spPr>
                      <a:xfrm>
                        <a:off x="1588" y="1588"/>
                        <a:ext cx="1589" cy="1588"/>
                      </a:xfrm>
                      <a:prstGeom prst="rect">
                        <a:avLst/>
                      </a:prstGeom>
                    </p:spPr>
                  </p:pic>
                </p:oleObj>
              </mc:Fallback>
            </mc:AlternateContent>
          </a:graphicData>
        </a:graphic>
      </p:graphicFrame>
      <p:pic>
        <p:nvPicPr>
          <p:cNvPr id="4" name="Picture 2" descr="C:\Users\Administrator\Desktop\山鹰PPT模板设计-02.jpg">
            <a:extLst>
              <a:ext uri="{FF2B5EF4-FFF2-40B4-BE49-F238E27FC236}">
                <a16:creationId xmlns:a16="http://schemas.microsoft.com/office/drawing/2014/main" id="{02C44918-A33F-4BF2-AF0E-BF19A4222580}"/>
              </a:ext>
            </a:extLst>
          </p:cNvPr>
          <p:cNvPicPr>
            <a:picLocks noChangeAspect="1" noChangeArrowheads="1"/>
          </p:cNvPicPr>
          <p:nvPr userDrawn="1"/>
        </p:nvPicPr>
        <p:blipFill>
          <a:blip r:embed="rId5" cstate="print"/>
          <a:srcRect/>
          <a:stretch>
            <a:fillRect/>
          </a:stretch>
        </p:blipFill>
        <p:spPr bwMode="auto">
          <a:xfrm>
            <a:off x="3176" y="0"/>
            <a:ext cx="12191999" cy="841570"/>
          </a:xfrm>
          <a:prstGeom prst="rect">
            <a:avLst/>
          </a:prstGeom>
          <a:noFill/>
        </p:spPr>
      </p:pic>
      <p:sp>
        <p:nvSpPr>
          <p:cNvPr id="3" name="Content Placeholder 9">
            <a:extLst>
              <a:ext uri="{FF2B5EF4-FFF2-40B4-BE49-F238E27FC236}">
                <a16:creationId xmlns:a16="http://schemas.microsoft.com/office/drawing/2014/main" id="{CFE720E6-2BE2-474A-97CF-94E32DAE4526}"/>
              </a:ext>
            </a:extLst>
          </p:cNvPr>
          <p:cNvSpPr>
            <a:spLocks noGrp="1"/>
          </p:cNvSpPr>
          <p:nvPr>
            <p:ph sz="quarter" idx="10"/>
          </p:nvPr>
        </p:nvSpPr>
        <p:spPr>
          <a:xfrm>
            <a:off x="335447" y="53995"/>
            <a:ext cx="9034554" cy="759128"/>
          </a:xfrm>
          <a:prstGeom prst="rect">
            <a:avLst/>
          </a:prstGeom>
        </p:spPr>
        <p:txBody>
          <a:bodyPr anchor="ctr"/>
          <a:lstStyle>
            <a:lvl1pPr marL="0" indent="0">
              <a:lnSpc>
                <a:spcPct val="100000"/>
              </a:lnSpc>
              <a:spcAft>
                <a:spcPts val="0"/>
              </a:spcAft>
              <a:buNone/>
              <a:defRPr sz="2401" b="1">
                <a:latin typeface="微软雅黑" panose="020B0503020204020204" pitchFamily="34" charset="-122"/>
                <a:ea typeface="微软雅黑" panose="020B0503020204020204" pitchFamily="34" charset="-122"/>
              </a:defRPr>
            </a:lvl1pPr>
            <a:lvl2pPr>
              <a:defRPr sz="1838"/>
            </a:lvl2pPr>
            <a:lvl3pPr>
              <a:defRPr sz="1838"/>
            </a:lvl3pPr>
            <a:lvl4pPr>
              <a:defRPr sz="1838"/>
            </a:lvl4pPr>
            <a:lvl5pPr>
              <a:defRPr sz="1838"/>
            </a:lvl5pPr>
          </a:lstStyle>
          <a:p>
            <a:pPr lvl="0"/>
            <a:r>
              <a:rPr lang="en-US" dirty="0"/>
              <a:t>Click to edit Master text styles</a:t>
            </a:r>
          </a:p>
        </p:txBody>
      </p:sp>
      <p:pic>
        <p:nvPicPr>
          <p:cNvPr id="5" name="Picture 3" descr="C:\Users\Administrator\Desktop\山鹰PPT模板设计-02.jpg">
            <a:extLst>
              <a:ext uri="{FF2B5EF4-FFF2-40B4-BE49-F238E27FC236}">
                <a16:creationId xmlns:a16="http://schemas.microsoft.com/office/drawing/2014/main" id="{DF025DD8-70B1-4C6B-9112-4625366FF473}"/>
              </a:ext>
            </a:extLst>
          </p:cNvPr>
          <p:cNvPicPr>
            <a:picLocks noChangeAspect="1" noChangeArrowheads="1"/>
          </p:cNvPicPr>
          <p:nvPr userDrawn="1"/>
        </p:nvPicPr>
        <p:blipFill>
          <a:blip r:embed="rId6" cstate="print"/>
          <a:srcRect/>
          <a:stretch>
            <a:fillRect/>
          </a:stretch>
        </p:blipFill>
        <p:spPr bwMode="auto">
          <a:xfrm>
            <a:off x="1" y="6530900"/>
            <a:ext cx="12191999" cy="328689"/>
          </a:xfrm>
          <a:prstGeom prst="rect">
            <a:avLst/>
          </a:prstGeom>
          <a:noFill/>
        </p:spPr>
      </p:pic>
      <p:sp>
        <p:nvSpPr>
          <p:cNvPr id="7" name="TextBox 4">
            <a:extLst>
              <a:ext uri="{FF2B5EF4-FFF2-40B4-BE49-F238E27FC236}">
                <a16:creationId xmlns:a16="http://schemas.microsoft.com/office/drawing/2014/main" id="{27F9D3F9-1864-4322-A3A3-E4CE9101344B}"/>
              </a:ext>
            </a:extLst>
          </p:cNvPr>
          <p:cNvSpPr txBox="1"/>
          <p:nvPr userDrawn="1"/>
        </p:nvSpPr>
        <p:spPr>
          <a:xfrm>
            <a:off x="324085" y="6589524"/>
            <a:ext cx="4909406" cy="216051"/>
          </a:xfrm>
          <a:prstGeom prst="rect">
            <a:avLst/>
          </a:prstGeom>
          <a:noFill/>
        </p:spPr>
        <p:txBody>
          <a:bodyPr wrap="square" rtlCol="0">
            <a:noAutofit/>
          </a:bodyPr>
          <a:lstStyle/>
          <a:p>
            <a:r>
              <a:rPr lang="zh-CN" altLang="en-US" sz="900" dirty="0">
                <a:solidFill>
                  <a:schemeClr val="bg1">
                    <a:lumMod val="50000"/>
                  </a:schemeClr>
                </a:solidFill>
                <a:latin typeface="思源黑体 CN Normal" panose="020B0400000000000000" pitchFamily="34" charset="-122"/>
                <a:ea typeface="思源黑体 CN Normal" panose="020B0400000000000000" pitchFamily="34" charset="-122"/>
              </a:rPr>
              <a:t>守信 协作 求精 成就    </a:t>
            </a:r>
            <a:r>
              <a:rPr lang="en-US" altLang="zh-CN" sz="900" dirty="0">
                <a:solidFill>
                  <a:schemeClr val="bg1">
                    <a:lumMod val="50000"/>
                  </a:schemeClr>
                </a:solidFill>
                <a:latin typeface="思源黑体 CN Normal" panose="020B0400000000000000" pitchFamily="34" charset="-122"/>
                <a:ea typeface="思源黑体 CN Normal" panose="020B0400000000000000" pitchFamily="34" charset="-122"/>
              </a:rPr>
              <a:t>INTEGRITY · COOPERATION · EXCELLENCE · ACHIEVEMENT</a:t>
            </a:r>
            <a:endParaRPr lang="zh-CN" altLang="en-US" sz="900" dirty="0">
              <a:solidFill>
                <a:schemeClr val="bg1">
                  <a:lumMod val="50000"/>
                </a:schemeClr>
              </a:solidFill>
              <a:latin typeface="思源黑体 CN Normal" panose="020B0400000000000000" pitchFamily="34" charset="-122"/>
              <a:ea typeface="思源黑体 CN Normal" panose="020B0400000000000000" pitchFamily="34" charset="-122"/>
            </a:endParaRPr>
          </a:p>
        </p:txBody>
      </p:sp>
      <p:sp>
        <p:nvSpPr>
          <p:cNvPr id="9" name="Slide Number Placeholder 8">
            <a:extLst>
              <a:ext uri="{FF2B5EF4-FFF2-40B4-BE49-F238E27FC236}">
                <a16:creationId xmlns:a16="http://schemas.microsoft.com/office/drawing/2014/main" id="{C1081B8E-83C6-4774-8BD9-1115A630E5B9}"/>
              </a:ext>
            </a:extLst>
          </p:cNvPr>
          <p:cNvSpPr>
            <a:spLocks noGrp="1"/>
          </p:cNvSpPr>
          <p:nvPr>
            <p:ph type="sldNum" sz="quarter" idx="13"/>
          </p:nvPr>
        </p:nvSpPr>
        <p:spPr>
          <a:xfrm>
            <a:off x="11257873" y="6643537"/>
            <a:ext cx="578650" cy="216051"/>
          </a:xfrm>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6033970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12" userDrawn="1">
          <p15:clr>
            <a:srgbClr val="FBAE40"/>
          </p15:clr>
        </p15:guide>
        <p15:guide id="4" pos="747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graphicFrame>
        <p:nvGraphicFramePr>
          <p:cNvPr id="6" name="Rectangle 2" hidden="1"/>
          <p:cNvGraphicFramePr>
            <a:graphicFrameLocks/>
          </p:cNvGraphicFramePr>
          <p:nvPr>
            <p:custDataLst>
              <p:tags r:id="rId1"/>
            </p:custDataLst>
            <p:extLst>
              <p:ext uri="{D42A27DB-BD31-4B8C-83A1-F6EECF244321}">
                <p14:modId xmlns:p14="http://schemas.microsoft.com/office/powerpoint/2010/main" val="3931104629"/>
              </p:ext>
            </p:extLst>
          </p:nvPr>
        </p:nvGraphicFramePr>
        <p:xfrm>
          <a:off x="1" y="0"/>
          <a:ext cx="216035" cy="162012"/>
        </p:xfrm>
        <a:graphic>
          <a:graphicData uri="http://schemas.openxmlformats.org/presentationml/2006/ole">
            <mc:AlternateContent xmlns:mc="http://schemas.openxmlformats.org/markup-compatibility/2006">
              <mc:Choice xmlns:v="urn:schemas-microsoft-com:vml" Requires="v">
                <p:oleObj name="think-cell Slide" r:id="rId23" imgW="0" imgH="0" progId="TCLayout.ActiveDocument.1">
                  <p:embed/>
                </p:oleObj>
              </mc:Choice>
              <mc:Fallback>
                <p:oleObj name="think-cell Slide" r:id="rId23" imgW="0" imgH="0" progId="TCLayout.ActiveDocument.1">
                  <p:embed/>
                  <p:pic>
                    <p:nvPicPr>
                      <p:cNvPr id="6" name="Rectangle 2"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 y="0"/>
                        <a:ext cx="216035" cy="1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 name="McK Sticker" hidden="1"/>
          <p:cNvGrpSpPr>
            <a:grpSpLocks/>
          </p:cNvGrpSpPr>
          <p:nvPr>
            <p:custDataLst>
              <p:tags r:id="rId2"/>
            </p:custDataLst>
          </p:nvPr>
        </p:nvGrpSpPr>
        <p:grpSpPr bwMode="auto">
          <a:xfrm>
            <a:off x="11054514" y="824645"/>
            <a:ext cx="907348" cy="187935"/>
            <a:chOff x="1312" y="2182"/>
            <a:chExt cx="428" cy="118"/>
          </a:xfrm>
        </p:grpSpPr>
        <p:sp>
          <p:nvSpPr>
            <p:cNvPr id="8" name="AutoShape 7" hidden="1"/>
            <p:cNvSpPr>
              <a:spLocks noChangeArrowheads="1"/>
            </p:cNvSpPr>
            <p:nvPr userDrawn="1"/>
          </p:nvSpPr>
          <p:spPr bwMode="gray">
            <a:xfrm>
              <a:off x="1419" y="2182"/>
              <a:ext cx="321" cy="118"/>
            </a:xfrm>
            <a:prstGeom prst="leftRightArrow">
              <a:avLst>
                <a:gd name="adj1" fmla="val 100000"/>
                <a:gd name="adj2" fmla="val 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890588" eaLnBrk="0" hangingPunct="0">
                <a:defRPr sz="800">
                  <a:solidFill>
                    <a:schemeClr val="tx1"/>
                  </a:solidFill>
                  <a:latin typeface="Arial" charset="0"/>
                  <a:ea typeface="华文楷体" pitchFamily="2" charset="-122"/>
                </a:defRPr>
              </a:lvl1pPr>
              <a:lvl2pPr marL="742950" indent="-285750" defTabSz="890588" eaLnBrk="0" hangingPunct="0">
                <a:defRPr sz="800">
                  <a:solidFill>
                    <a:schemeClr val="tx1"/>
                  </a:solidFill>
                  <a:latin typeface="Arial" charset="0"/>
                  <a:ea typeface="华文楷体" pitchFamily="2" charset="-122"/>
                </a:defRPr>
              </a:lvl2pPr>
              <a:lvl3pPr marL="1143000" indent="-228600" defTabSz="890588" eaLnBrk="0" hangingPunct="0">
                <a:defRPr sz="800">
                  <a:solidFill>
                    <a:schemeClr val="tx1"/>
                  </a:solidFill>
                  <a:latin typeface="Arial" charset="0"/>
                  <a:ea typeface="华文楷体" pitchFamily="2" charset="-122"/>
                </a:defRPr>
              </a:lvl3pPr>
              <a:lvl4pPr marL="1600200" indent="-228600" defTabSz="890588" eaLnBrk="0" hangingPunct="0">
                <a:defRPr sz="800">
                  <a:solidFill>
                    <a:schemeClr val="tx1"/>
                  </a:solidFill>
                  <a:latin typeface="Arial" charset="0"/>
                  <a:ea typeface="华文楷体" pitchFamily="2" charset="-122"/>
                </a:defRPr>
              </a:lvl4pPr>
              <a:lvl5pPr marL="2057400" indent="-228600" defTabSz="890588" eaLnBrk="0" hangingPunct="0">
                <a:defRPr sz="800">
                  <a:solidFill>
                    <a:schemeClr val="tx1"/>
                  </a:solidFill>
                  <a:latin typeface="Arial" charset="0"/>
                  <a:ea typeface="华文楷体" pitchFamily="2" charset="-122"/>
                </a:defRPr>
              </a:lvl5pPr>
              <a:lvl6pPr marL="2514600" indent="-228600" defTabSz="890588" eaLnBrk="0" fontAlgn="base" hangingPunct="0">
                <a:spcBef>
                  <a:spcPct val="0"/>
                </a:spcBef>
                <a:spcAft>
                  <a:spcPct val="0"/>
                </a:spcAft>
                <a:defRPr sz="800">
                  <a:solidFill>
                    <a:schemeClr val="tx1"/>
                  </a:solidFill>
                  <a:latin typeface="Arial" charset="0"/>
                  <a:ea typeface="华文楷体" pitchFamily="2" charset="-122"/>
                </a:defRPr>
              </a:lvl6pPr>
              <a:lvl7pPr marL="2971800" indent="-228600" defTabSz="890588" eaLnBrk="0" fontAlgn="base" hangingPunct="0">
                <a:spcBef>
                  <a:spcPct val="0"/>
                </a:spcBef>
                <a:spcAft>
                  <a:spcPct val="0"/>
                </a:spcAft>
                <a:defRPr sz="800">
                  <a:solidFill>
                    <a:schemeClr val="tx1"/>
                  </a:solidFill>
                  <a:latin typeface="Arial" charset="0"/>
                  <a:ea typeface="华文楷体" pitchFamily="2" charset="-122"/>
                </a:defRPr>
              </a:lvl7pPr>
              <a:lvl8pPr marL="3429000" indent="-228600" defTabSz="890588" eaLnBrk="0" fontAlgn="base" hangingPunct="0">
                <a:spcBef>
                  <a:spcPct val="0"/>
                </a:spcBef>
                <a:spcAft>
                  <a:spcPct val="0"/>
                </a:spcAft>
                <a:defRPr sz="800">
                  <a:solidFill>
                    <a:schemeClr val="tx1"/>
                  </a:solidFill>
                  <a:latin typeface="Arial" charset="0"/>
                  <a:ea typeface="华文楷体" pitchFamily="2" charset="-122"/>
                </a:defRPr>
              </a:lvl8pPr>
              <a:lvl9pPr marL="3886200" indent="-228600" defTabSz="890588" eaLnBrk="0" fontAlgn="base" hangingPunct="0">
                <a:spcBef>
                  <a:spcPct val="0"/>
                </a:spcBef>
                <a:spcAft>
                  <a:spcPct val="0"/>
                </a:spcAft>
                <a:defRPr sz="800">
                  <a:solidFill>
                    <a:schemeClr val="tx1"/>
                  </a:solidFill>
                  <a:latin typeface="Arial" charset="0"/>
                  <a:ea typeface="华文楷体" pitchFamily="2" charset="-122"/>
                </a:defRPr>
              </a:lvl9pPr>
            </a:lstStyle>
            <a:p>
              <a:pPr algn="r" eaLnBrk="1" hangingPunct="1">
                <a:defRPr/>
              </a:pPr>
              <a:r>
                <a:rPr lang="en-US" altLang="zh-CN" sz="1224">
                  <a:solidFill>
                    <a:srgbClr val="000000"/>
                  </a:solidFill>
                  <a:ea typeface="宋体" pitchFamily="2" charset="-122"/>
                </a:rPr>
                <a:t>STICKER</a:t>
              </a:r>
            </a:p>
          </p:txBody>
        </p:sp>
        <p:cxnSp>
          <p:nvCxnSpPr>
            <p:cNvPr id="9" name="AutoShape 8" hidden="1"/>
            <p:cNvCxnSpPr>
              <a:cxnSpLocks noChangeShapeType="1"/>
            </p:cNvCxnSpPr>
            <p:nvPr userDrawn="1"/>
          </p:nvCxnSpPr>
          <p:spPr bwMode="gray">
            <a:xfrm>
              <a:off x="1312" y="2182"/>
              <a:ext cx="428"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2" name="AutoShape 9" hidden="1"/>
            <p:cNvCxnSpPr>
              <a:cxnSpLocks noChangeShapeType="1"/>
            </p:cNvCxnSpPr>
            <p:nvPr userDrawn="1"/>
          </p:nvCxnSpPr>
          <p:spPr bwMode="gray">
            <a:xfrm>
              <a:off x="1312" y="2300"/>
              <a:ext cx="428"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grpSp>
        <p:nvGrpSpPr>
          <p:cNvPr id="14" name="McK Legend Boxes" hidden="1"/>
          <p:cNvGrpSpPr>
            <a:grpSpLocks/>
          </p:cNvGrpSpPr>
          <p:nvPr>
            <p:custDataLst>
              <p:tags r:id="rId3"/>
            </p:custDataLst>
          </p:nvPr>
        </p:nvGrpSpPr>
        <p:grpSpPr bwMode="auto">
          <a:xfrm>
            <a:off x="10868719" y="824644"/>
            <a:ext cx="925883" cy="934809"/>
            <a:chOff x="4994" y="179"/>
            <a:chExt cx="437" cy="588"/>
          </a:xfrm>
        </p:grpSpPr>
        <p:sp>
          <p:nvSpPr>
            <p:cNvPr id="15" name="Rectangle 11" hidden="1"/>
            <p:cNvSpPr>
              <a:spLocks noChangeArrowheads="1"/>
            </p:cNvSpPr>
            <p:nvPr userDrawn="1"/>
          </p:nvSpPr>
          <p:spPr bwMode="gray">
            <a:xfrm>
              <a:off x="5186" y="179"/>
              <a:ext cx="245"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852488" eaLnBrk="0" hangingPunct="0">
                <a:defRPr sz="800">
                  <a:solidFill>
                    <a:schemeClr val="tx1"/>
                  </a:solidFill>
                  <a:latin typeface="Arial" charset="0"/>
                  <a:ea typeface="华文楷体" pitchFamily="2" charset="-122"/>
                </a:defRPr>
              </a:lvl1pPr>
              <a:lvl2pPr marL="742950" indent="-285750" defTabSz="852488" eaLnBrk="0" hangingPunct="0">
                <a:defRPr sz="800">
                  <a:solidFill>
                    <a:schemeClr val="tx1"/>
                  </a:solidFill>
                  <a:latin typeface="Arial" charset="0"/>
                  <a:ea typeface="华文楷体" pitchFamily="2" charset="-122"/>
                </a:defRPr>
              </a:lvl2pPr>
              <a:lvl3pPr marL="1143000" indent="-228600" defTabSz="852488" eaLnBrk="0" hangingPunct="0">
                <a:defRPr sz="800">
                  <a:solidFill>
                    <a:schemeClr val="tx1"/>
                  </a:solidFill>
                  <a:latin typeface="Arial" charset="0"/>
                  <a:ea typeface="华文楷体" pitchFamily="2" charset="-122"/>
                </a:defRPr>
              </a:lvl3pPr>
              <a:lvl4pPr marL="1600200" indent="-228600" defTabSz="852488" eaLnBrk="0" hangingPunct="0">
                <a:defRPr sz="800">
                  <a:solidFill>
                    <a:schemeClr val="tx1"/>
                  </a:solidFill>
                  <a:latin typeface="Arial" charset="0"/>
                  <a:ea typeface="华文楷体" pitchFamily="2" charset="-122"/>
                </a:defRPr>
              </a:lvl4pPr>
              <a:lvl5pPr marL="2057400" indent="-228600" defTabSz="852488" eaLnBrk="0" hangingPunct="0">
                <a:defRPr sz="800">
                  <a:solidFill>
                    <a:schemeClr val="tx1"/>
                  </a:solidFill>
                  <a:latin typeface="Arial" charset="0"/>
                  <a:ea typeface="华文楷体" pitchFamily="2" charset="-122"/>
                </a:defRPr>
              </a:lvl5pPr>
              <a:lvl6pPr marL="2514600" indent="-228600" defTabSz="852488" eaLnBrk="0" fontAlgn="base" hangingPunct="0">
                <a:spcBef>
                  <a:spcPct val="0"/>
                </a:spcBef>
                <a:spcAft>
                  <a:spcPct val="0"/>
                </a:spcAft>
                <a:defRPr sz="800">
                  <a:solidFill>
                    <a:schemeClr val="tx1"/>
                  </a:solidFill>
                  <a:latin typeface="Arial" charset="0"/>
                  <a:ea typeface="华文楷体" pitchFamily="2" charset="-122"/>
                </a:defRPr>
              </a:lvl6pPr>
              <a:lvl7pPr marL="2971800" indent="-228600" defTabSz="852488" eaLnBrk="0" fontAlgn="base" hangingPunct="0">
                <a:spcBef>
                  <a:spcPct val="0"/>
                </a:spcBef>
                <a:spcAft>
                  <a:spcPct val="0"/>
                </a:spcAft>
                <a:defRPr sz="800">
                  <a:solidFill>
                    <a:schemeClr val="tx1"/>
                  </a:solidFill>
                  <a:latin typeface="Arial" charset="0"/>
                  <a:ea typeface="华文楷体" pitchFamily="2" charset="-122"/>
                </a:defRPr>
              </a:lvl7pPr>
              <a:lvl8pPr marL="3429000" indent="-228600" defTabSz="852488" eaLnBrk="0" fontAlgn="base" hangingPunct="0">
                <a:spcBef>
                  <a:spcPct val="0"/>
                </a:spcBef>
                <a:spcAft>
                  <a:spcPct val="0"/>
                </a:spcAft>
                <a:defRPr sz="800">
                  <a:solidFill>
                    <a:schemeClr val="tx1"/>
                  </a:solidFill>
                  <a:latin typeface="Arial" charset="0"/>
                  <a:ea typeface="华文楷体" pitchFamily="2" charset="-122"/>
                </a:defRPr>
              </a:lvl8pPr>
              <a:lvl9pPr marL="3886200" indent="-228600" defTabSz="852488" eaLnBrk="0" fontAlgn="base" hangingPunct="0">
                <a:spcBef>
                  <a:spcPct val="0"/>
                </a:spcBef>
                <a:spcAft>
                  <a:spcPct val="0"/>
                </a:spcAft>
                <a:defRPr sz="800">
                  <a:solidFill>
                    <a:schemeClr val="tx1"/>
                  </a:solidFill>
                  <a:latin typeface="Arial" charset="0"/>
                  <a:ea typeface="华文楷体" pitchFamily="2" charset="-122"/>
                </a:defRPr>
              </a:lvl9pPr>
            </a:lstStyle>
            <a:p>
              <a:pPr>
                <a:defRPr/>
              </a:pPr>
              <a:r>
                <a:rPr lang="en-US" altLang="zh-CN" sz="1224">
                  <a:solidFill>
                    <a:srgbClr val="000000"/>
                  </a:solidFill>
                  <a:ea typeface="宋体" pitchFamily="2" charset="-122"/>
                </a:rPr>
                <a:t>Legend</a:t>
              </a:r>
            </a:p>
          </p:txBody>
        </p:sp>
        <p:sp>
          <p:nvSpPr>
            <p:cNvPr id="16" name="Rectangle 12" hidden="1"/>
            <p:cNvSpPr>
              <a:spLocks noChangeArrowheads="1"/>
            </p:cNvSpPr>
            <p:nvPr userDrawn="1"/>
          </p:nvSpPr>
          <p:spPr bwMode="gray">
            <a:xfrm>
              <a:off x="5186" y="335"/>
              <a:ext cx="245"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852488" eaLnBrk="0" hangingPunct="0">
                <a:defRPr sz="800">
                  <a:solidFill>
                    <a:schemeClr val="tx1"/>
                  </a:solidFill>
                  <a:latin typeface="Arial" charset="0"/>
                  <a:ea typeface="华文楷体" pitchFamily="2" charset="-122"/>
                </a:defRPr>
              </a:lvl1pPr>
              <a:lvl2pPr marL="742950" indent="-285750" defTabSz="852488" eaLnBrk="0" hangingPunct="0">
                <a:defRPr sz="800">
                  <a:solidFill>
                    <a:schemeClr val="tx1"/>
                  </a:solidFill>
                  <a:latin typeface="Arial" charset="0"/>
                  <a:ea typeface="华文楷体" pitchFamily="2" charset="-122"/>
                </a:defRPr>
              </a:lvl2pPr>
              <a:lvl3pPr marL="1143000" indent="-228600" defTabSz="852488" eaLnBrk="0" hangingPunct="0">
                <a:defRPr sz="800">
                  <a:solidFill>
                    <a:schemeClr val="tx1"/>
                  </a:solidFill>
                  <a:latin typeface="Arial" charset="0"/>
                  <a:ea typeface="华文楷体" pitchFamily="2" charset="-122"/>
                </a:defRPr>
              </a:lvl3pPr>
              <a:lvl4pPr marL="1600200" indent="-228600" defTabSz="852488" eaLnBrk="0" hangingPunct="0">
                <a:defRPr sz="800">
                  <a:solidFill>
                    <a:schemeClr val="tx1"/>
                  </a:solidFill>
                  <a:latin typeface="Arial" charset="0"/>
                  <a:ea typeface="华文楷体" pitchFamily="2" charset="-122"/>
                </a:defRPr>
              </a:lvl4pPr>
              <a:lvl5pPr marL="2057400" indent="-228600" defTabSz="852488" eaLnBrk="0" hangingPunct="0">
                <a:defRPr sz="800">
                  <a:solidFill>
                    <a:schemeClr val="tx1"/>
                  </a:solidFill>
                  <a:latin typeface="Arial" charset="0"/>
                  <a:ea typeface="华文楷体" pitchFamily="2" charset="-122"/>
                </a:defRPr>
              </a:lvl5pPr>
              <a:lvl6pPr marL="2514600" indent="-228600" defTabSz="852488" eaLnBrk="0" fontAlgn="base" hangingPunct="0">
                <a:spcBef>
                  <a:spcPct val="0"/>
                </a:spcBef>
                <a:spcAft>
                  <a:spcPct val="0"/>
                </a:spcAft>
                <a:defRPr sz="800">
                  <a:solidFill>
                    <a:schemeClr val="tx1"/>
                  </a:solidFill>
                  <a:latin typeface="Arial" charset="0"/>
                  <a:ea typeface="华文楷体" pitchFamily="2" charset="-122"/>
                </a:defRPr>
              </a:lvl6pPr>
              <a:lvl7pPr marL="2971800" indent="-228600" defTabSz="852488" eaLnBrk="0" fontAlgn="base" hangingPunct="0">
                <a:spcBef>
                  <a:spcPct val="0"/>
                </a:spcBef>
                <a:spcAft>
                  <a:spcPct val="0"/>
                </a:spcAft>
                <a:defRPr sz="800">
                  <a:solidFill>
                    <a:schemeClr val="tx1"/>
                  </a:solidFill>
                  <a:latin typeface="Arial" charset="0"/>
                  <a:ea typeface="华文楷体" pitchFamily="2" charset="-122"/>
                </a:defRPr>
              </a:lvl7pPr>
              <a:lvl8pPr marL="3429000" indent="-228600" defTabSz="852488" eaLnBrk="0" fontAlgn="base" hangingPunct="0">
                <a:spcBef>
                  <a:spcPct val="0"/>
                </a:spcBef>
                <a:spcAft>
                  <a:spcPct val="0"/>
                </a:spcAft>
                <a:defRPr sz="800">
                  <a:solidFill>
                    <a:schemeClr val="tx1"/>
                  </a:solidFill>
                  <a:latin typeface="Arial" charset="0"/>
                  <a:ea typeface="华文楷体" pitchFamily="2" charset="-122"/>
                </a:defRPr>
              </a:lvl8pPr>
              <a:lvl9pPr marL="3886200" indent="-228600" defTabSz="852488" eaLnBrk="0" fontAlgn="base" hangingPunct="0">
                <a:spcBef>
                  <a:spcPct val="0"/>
                </a:spcBef>
                <a:spcAft>
                  <a:spcPct val="0"/>
                </a:spcAft>
                <a:defRPr sz="800">
                  <a:solidFill>
                    <a:schemeClr val="tx1"/>
                  </a:solidFill>
                  <a:latin typeface="Arial" charset="0"/>
                  <a:ea typeface="华文楷体" pitchFamily="2" charset="-122"/>
                </a:defRPr>
              </a:lvl9pPr>
            </a:lstStyle>
            <a:p>
              <a:pPr>
                <a:defRPr/>
              </a:pPr>
              <a:r>
                <a:rPr lang="en-US" altLang="zh-CN" sz="1224">
                  <a:solidFill>
                    <a:srgbClr val="000000"/>
                  </a:solidFill>
                  <a:ea typeface="宋体" pitchFamily="2" charset="-122"/>
                </a:rPr>
                <a:t>Legend</a:t>
              </a:r>
            </a:p>
          </p:txBody>
        </p:sp>
        <p:sp>
          <p:nvSpPr>
            <p:cNvPr id="17" name="Rectangle 13" hidden="1"/>
            <p:cNvSpPr>
              <a:spLocks noChangeArrowheads="1"/>
            </p:cNvSpPr>
            <p:nvPr userDrawn="1"/>
          </p:nvSpPr>
          <p:spPr bwMode="gray">
            <a:xfrm>
              <a:off x="5186" y="492"/>
              <a:ext cx="245"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852488" eaLnBrk="0" hangingPunct="0">
                <a:defRPr sz="800">
                  <a:solidFill>
                    <a:schemeClr val="tx1"/>
                  </a:solidFill>
                  <a:latin typeface="Arial" charset="0"/>
                  <a:ea typeface="华文楷体" pitchFamily="2" charset="-122"/>
                </a:defRPr>
              </a:lvl1pPr>
              <a:lvl2pPr marL="742950" indent="-285750" defTabSz="852488" eaLnBrk="0" hangingPunct="0">
                <a:defRPr sz="800">
                  <a:solidFill>
                    <a:schemeClr val="tx1"/>
                  </a:solidFill>
                  <a:latin typeface="Arial" charset="0"/>
                  <a:ea typeface="华文楷体" pitchFamily="2" charset="-122"/>
                </a:defRPr>
              </a:lvl2pPr>
              <a:lvl3pPr marL="1143000" indent="-228600" defTabSz="852488" eaLnBrk="0" hangingPunct="0">
                <a:defRPr sz="800">
                  <a:solidFill>
                    <a:schemeClr val="tx1"/>
                  </a:solidFill>
                  <a:latin typeface="Arial" charset="0"/>
                  <a:ea typeface="华文楷体" pitchFamily="2" charset="-122"/>
                </a:defRPr>
              </a:lvl3pPr>
              <a:lvl4pPr marL="1600200" indent="-228600" defTabSz="852488" eaLnBrk="0" hangingPunct="0">
                <a:defRPr sz="800">
                  <a:solidFill>
                    <a:schemeClr val="tx1"/>
                  </a:solidFill>
                  <a:latin typeface="Arial" charset="0"/>
                  <a:ea typeface="华文楷体" pitchFamily="2" charset="-122"/>
                </a:defRPr>
              </a:lvl4pPr>
              <a:lvl5pPr marL="2057400" indent="-228600" defTabSz="852488" eaLnBrk="0" hangingPunct="0">
                <a:defRPr sz="800">
                  <a:solidFill>
                    <a:schemeClr val="tx1"/>
                  </a:solidFill>
                  <a:latin typeface="Arial" charset="0"/>
                  <a:ea typeface="华文楷体" pitchFamily="2" charset="-122"/>
                </a:defRPr>
              </a:lvl5pPr>
              <a:lvl6pPr marL="2514600" indent="-228600" defTabSz="852488" eaLnBrk="0" fontAlgn="base" hangingPunct="0">
                <a:spcBef>
                  <a:spcPct val="0"/>
                </a:spcBef>
                <a:spcAft>
                  <a:spcPct val="0"/>
                </a:spcAft>
                <a:defRPr sz="800">
                  <a:solidFill>
                    <a:schemeClr val="tx1"/>
                  </a:solidFill>
                  <a:latin typeface="Arial" charset="0"/>
                  <a:ea typeface="华文楷体" pitchFamily="2" charset="-122"/>
                </a:defRPr>
              </a:lvl6pPr>
              <a:lvl7pPr marL="2971800" indent="-228600" defTabSz="852488" eaLnBrk="0" fontAlgn="base" hangingPunct="0">
                <a:spcBef>
                  <a:spcPct val="0"/>
                </a:spcBef>
                <a:spcAft>
                  <a:spcPct val="0"/>
                </a:spcAft>
                <a:defRPr sz="800">
                  <a:solidFill>
                    <a:schemeClr val="tx1"/>
                  </a:solidFill>
                  <a:latin typeface="Arial" charset="0"/>
                  <a:ea typeface="华文楷体" pitchFamily="2" charset="-122"/>
                </a:defRPr>
              </a:lvl7pPr>
              <a:lvl8pPr marL="3429000" indent="-228600" defTabSz="852488" eaLnBrk="0" fontAlgn="base" hangingPunct="0">
                <a:spcBef>
                  <a:spcPct val="0"/>
                </a:spcBef>
                <a:spcAft>
                  <a:spcPct val="0"/>
                </a:spcAft>
                <a:defRPr sz="800">
                  <a:solidFill>
                    <a:schemeClr val="tx1"/>
                  </a:solidFill>
                  <a:latin typeface="Arial" charset="0"/>
                  <a:ea typeface="华文楷体" pitchFamily="2" charset="-122"/>
                </a:defRPr>
              </a:lvl8pPr>
              <a:lvl9pPr marL="3886200" indent="-228600" defTabSz="852488" eaLnBrk="0" fontAlgn="base" hangingPunct="0">
                <a:spcBef>
                  <a:spcPct val="0"/>
                </a:spcBef>
                <a:spcAft>
                  <a:spcPct val="0"/>
                </a:spcAft>
                <a:defRPr sz="800">
                  <a:solidFill>
                    <a:schemeClr val="tx1"/>
                  </a:solidFill>
                  <a:latin typeface="Arial" charset="0"/>
                  <a:ea typeface="华文楷体" pitchFamily="2" charset="-122"/>
                </a:defRPr>
              </a:lvl9pPr>
            </a:lstStyle>
            <a:p>
              <a:pPr>
                <a:defRPr/>
              </a:pPr>
              <a:r>
                <a:rPr lang="en-US" altLang="zh-CN" sz="1224">
                  <a:solidFill>
                    <a:srgbClr val="000000"/>
                  </a:solidFill>
                  <a:ea typeface="宋体" pitchFamily="2" charset="-122"/>
                </a:rPr>
                <a:t>Legend</a:t>
              </a:r>
            </a:p>
          </p:txBody>
        </p:sp>
        <p:sp>
          <p:nvSpPr>
            <p:cNvPr id="18" name="Rectangle 14" hidden="1"/>
            <p:cNvSpPr>
              <a:spLocks noChangeArrowheads="1"/>
            </p:cNvSpPr>
            <p:nvPr userDrawn="1"/>
          </p:nvSpPr>
          <p:spPr bwMode="gray">
            <a:xfrm>
              <a:off x="5186" y="648"/>
              <a:ext cx="245"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852488" eaLnBrk="0" hangingPunct="0">
                <a:defRPr sz="800">
                  <a:solidFill>
                    <a:schemeClr val="tx1"/>
                  </a:solidFill>
                  <a:latin typeface="Arial" charset="0"/>
                  <a:ea typeface="华文楷体" pitchFamily="2" charset="-122"/>
                </a:defRPr>
              </a:lvl1pPr>
              <a:lvl2pPr marL="742950" indent="-285750" defTabSz="852488" eaLnBrk="0" hangingPunct="0">
                <a:defRPr sz="800">
                  <a:solidFill>
                    <a:schemeClr val="tx1"/>
                  </a:solidFill>
                  <a:latin typeface="Arial" charset="0"/>
                  <a:ea typeface="华文楷体" pitchFamily="2" charset="-122"/>
                </a:defRPr>
              </a:lvl2pPr>
              <a:lvl3pPr marL="1143000" indent="-228600" defTabSz="852488" eaLnBrk="0" hangingPunct="0">
                <a:defRPr sz="800">
                  <a:solidFill>
                    <a:schemeClr val="tx1"/>
                  </a:solidFill>
                  <a:latin typeface="Arial" charset="0"/>
                  <a:ea typeface="华文楷体" pitchFamily="2" charset="-122"/>
                </a:defRPr>
              </a:lvl3pPr>
              <a:lvl4pPr marL="1600200" indent="-228600" defTabSz="852488" eaLnBrk="0" hangingPunct="0">
                <a:defRPr sz="800">
                  <a:solidFill>
                    <a:schemeClr val="tx1"/>
                  </a:solidFill>
                  <a:latin typeface="Arial" charset="0"/>
                  <a:ea typeface="华文楷体" pitchFamily="2" charset="-122"/>
                </a:defRPr>
              </a:lvl4pPr>
              <a:lvl5pPr marL="2057400" indent="-228600" defTabSz="852488" eaLnBrk="0" hangingPunct="0">
                <a:defRPr sz="800">
                  <a:solidFill>
                    <a:schemeClr val="tx1"/>
                  </a:solidFill>
                  <a:latin typeface="Arial" charset="0"/>
                  <a:ea typeface="华文楷体" pitchFamily="2" charset="-122"/>
                </a:defRPr>
              </a:lvl5pPr>
              <a:lvl6pPr marL="2514600" indent="-228600" defTabSz="852488" eaLnBrk="0" fontAlgn="base" hangingPunct="0">
                <a:spcBef>
                  <a:spcPct val="0"/>
                </a:spcBef>
                <a:spcAft>
                  <a:spcPct val="0"/>
                </a:spcAft>
                <a:defRPr sz="800">
                  <a:solidFill>
                    <a:schemeClr val="tx1"/>
                  </a:solidFill>
                  <a:latin typeface="Arial" charset="0"/>
                  <a:ea typeface="华文楷体" pitchFamily="2" charset="-122"/>
                </a:defRPr>
              </a:lvl6pPr>
              <a:lvl7pPr marL="2971800" indent="-228600" defTabSz="852488" eaLnBrk="0" fontAlgn="base" hangingPunct="0">
                <a:spcBef>
                  <a:spcPct val="0"/>
                </a:spcBef>
                <a:spcAft>
                  <a:spcPct val="0"/>
                </a:spcAft>
                <a:defRPr sz="800">
                  <a:solidFill>
                    <a:schemeClr val="tx1"/>
                  </a:solidFill>
                  <a:latin typeface="Arial" charset="0"/>
                  <a:ea typeface="华文楷体" pitchFamily="2" charset="-122"/>
                </a:defRPr>
              </a:lvl7pPr>
              <a:lvl8pPr marL="3429000" indent="-228600" defTabSz="852488" eaLnBrk="0" fontAlgn="base" hangingPunct="0">
                <a:spcBef>
                  <a:spcPct val="0"/>
                </a:spcBef>
                <a:spcAft>
                  <a:spcPct val="0"/>
                </a:spcAft>
                <a:defRPr sz="800">
                  <a:solidFill>
                    <a:schemeClr val="tx1"/>
                  </a:solidFill>
                  <a:latin typeface="Arial" charset="0"/>
                  <a:ea typeface="华文楷体" pitchFamily="2" charset="-122"/>
                </a:defRPr>
              </a:lvl8pPr>
              <a:lvl9pPr marL="3886200" indent="-228600" defTabSz="852488" eaLnBrk="0" fontAlgn="base" hangingPunct="0">
                <a:spcBef>
                  <a:spcPct val="0"/>
                </a:spcBef>
                <a:spcAft>
                  <a:spcPct val="0"/>
                </a:spcAft>
                <a:defRPr sz="800">
                  <a:solidFill>
                    <a:schemeClr val="tx1"/>
                  </a:solidFill>
                  <a:latin typeface="Arial" charset="0"/>
                  <a:ea typeface="华文楷体" pitchFamily="2" charset="-122"/>
                </a:defRPr>
              </a:lvl9pPr>
            </a:lstStyle>
            <a:p>
              <a:pPr>
                <a:defRPr/>
              </a:pPr>
              <a:r>
                <a:rPr lang="en-US" altLang="zh-CN" sz="1224">
                  <a:solidFill>
                    <a:srgbClr val="000000"/>
                  </a:solidFill>
                  <a:ea typeface="宋体" pitchFamily="2" charset="-122"/>
                </a:rPr>
                <a:t>Legend</a:t>
              </a:r>
            </a:p>
          </p:txBody>
        </p:sp>
        <p:sp>
          <p:nvSpPr>
            <p:cNvPr id="19" name="LegendRectangle1" hidden="1"/>
            <p:cNvSpPr>
              <a:spLocks noChangeArrowheads="1"/>
            </p:cNvSpPr>
            <p:nvPr userDrawn="1"/>
          </p:nvSpPr>
          <p:spPr bwMode="gray">
            <a:xfrm>
              <a:off x="4994" y="186"/>
              <a:ext cx="135" cy="101"/>
            </a:xfrm>
            <a:prstGeom prst="rect">
              <a:avLst/>
            </a:prstGeom>
            <a:solidFill>
              <a:schemeClr val="accent1"/>
            </a:solidFill>
            <a:ln w="9525">
              <a:solidFill>
                <a:schemeClr val="tx1"/>
              </a:solidFill>
              <a:miter lim="800000"/>
              <a:headEnd/>
              <a:tailEnd/>
            </a:ln>
          </p:spPr>
          <p:txBody>
            <a:bodyPr lIns="0" tIns="0" rIns="0" bIns="0"/>
            <a:lstStyle>
              <a:lvl1pPr eaLnBrk="0" hangingPunct="0">
                <a:defRPr sz="800">
                  <a:solidFill>
                    <a:schemeClr val="tx1"/>
                  </a:solidFill>
                  <a:latin typeface="Arial" charset="0"/>
                  <a:ea typeface="华文楷体" pitchFamily="2" charset="-122"/>
                </a:defRPr>
              </a:lvl1pPr>
              <a:lvl2pPr marL="742950" indent="-285750" eaLnBrk="0" hangingPunct="0">
                <a:defRPr sz="800">
                  <a:solidFill>
                    <a:schemeClr val="tx1"/>
                  </a:solidFill>
                  <a:latin typeface="Arial" charset="0"/>
                  <a:ea typeface="华文楷体" pitchFamily="2" charset="-122"/>
                </a:defRPr>
              </a:lvl2pPr>
              <a:lvl3pPr marL="1143000" indent="-228600" eaLnBrk="0" hangingPunct="0">
                <a:defRPr sz="800">
                  <a:solidFill>
                    <a:schemeClr val="tx1"/>
                  </a:solidFill>
                  <a:latin typeface="Arial" charset="0"/>
                  <a:ea typeface="华文楷体" pitchFamily="2" charset="-122"/>
                </a:defRPr>
              </a:lvl3pPr>
              <a:lvl4pPr marL="1600200" indent="-228600" eaLnBrk="0" hangingPunct="0">
                <a:defRPr sz="800">
                  <a:solidFill>
                    <a:schemeClr val="tx1"/>
                  </a:solidFill>
                  <a:latin typeface="Arial" charset="0"/>
                  <a:ea typeface="华文楷体" pitchFamily="2" charset="-122"/>
                </a:defRPr>
              </a:lvl4pPr>
              <a:lvl5pPr marL="2057400" indent="-228600" eaLnBrk="0" hangingPunct="0">
                <a:defRPr sz="800">
                  <a:solidFill>
                    <a:schemeClr val="tx1"/>
                  </a:solidFill>
                  <a:latin typeface="Arial" charset="0"/>
                  <a:ea typeface="华文楷体" pitchFamily="2" charset="-122"/>
                </a:defRPr>
              </a:lvl5pPr>
              <a:lvl6pPr marL="2514600" indent="-228600" eaLnBrk="0" fontAlgn="base" hangingPunct="0">
                <a:spcBef>
                  <a:spcPct val="0"/>
                </a:spcBef>
                <a:spcAft>
                  <a:spcPct val="0"/>
                </a:spcAft>
                <a:defRPr sz="800">
                  <a:solidFill>
                    <a:schemeClr val="tx1"/>
                  </a:solidFill>
                  <a:latin typeface="Arial" charset="0"/>
                  <a:ea typeface="华文楷体" pitchFamily="2" charset="-122"/>
                </a:defRPr>
              </a:lvl6pPr>
              <a:lvl7pPr marL="2971800" indent="-228600" eaLnBrk="0" fontAlgn="base" hangingPunct="0">
                <a:spcBef>
                  <a:spcPct val="0"/>
                </a:spcBef>
                <a:spcAft>
                  <a:spcPct val="0"/>
                </a:spcAft>
                <a:defRPr sz="800">
                  <a:solidFill>
                    <a:schemeClr val="tx1"/>
                  </a:solidFill>
                  <a:latin typeface="Arial" charset="0"/>
                  <a:ea typeface="华文楷体" pitchFamily="2" charset="-122"/>
                </a:defRPr>
              </a:lvl7pPr>
              <a:lvl8pPr marL="3429000" indent="-228600" eaLnBrk="0" fontAlgn="base" hangingPunct="0">
                <a:spcBef>
                  <a:spcPct val="0"/>
                </a:spcBef>
                <a:spcAft>
                  <a:spcPct val="0"/>
                </a:spcAft>
                <a:defRPr sz="800">
                  <a:solidFill>
                    <a:schemeClr val="tx1"/>
                  </a:solidFill>
                  <a:latin typeface="Arial" charset="0"/>
                  <a:ea typeface="华文楷体" pitchFamily="2" charset="-122"/>
                </a:defRPr>
              </a:lvl8pPr>
              <a:lvl9pPr marL="3886200" indent="-228600" eaLnBrk="0" fontAlgn="base" hangingPunct="0">
                <a:spcBef>
                  <a:spcPct val="0"/>
                </a:spcBef>
                <a:spcAft>
                  <a:spcPct val="0"/>
                </a:spcAft>
                <a:defRPr sz="800">
                  <a:solidFill>
                    <a:schemeClr val="tx1"/>
                  </a:solidFill>
                  <a:latin typeface="Arial" charset="0"/>
                  <a:ea typeface="华文楷体" pitchFamily="2" charset="-122"/>
                </a:defRPr>
              </a:lvl9pPr>
            </a:lstStyle>
            <a:p>
              <a:pPr eaLnBrk="1" hangingPunct="1">
                <a:defRPr/>
              </a:pPr>
              <a:endParaRPr lang="zh-CN" altLang="en-US" sz="1224">
                <a:solidFill>
                  <a:srgbClr val="000000"/>
                </a:solidFill>
              </a:endParaRPr>
            </a:p>
          </p:txBody>
        </p:sp>
        <p:sp>
          <p:nvSpPr>
            <p:cNvPr id="20" name="LegendRectangle2" hidden="1"/>
            <p:cNvSpPr>
              <a:spLocks noChangeArrowheads="1"/>
            </p:cNvSpPr>
            <p:nvPr userDrawn="1"/>
          </p:nvSpPr>
          <p:spPr bwMode="gray">
            <a:xfrm>
              <a:off x="4994" y="342"/>
              <a:ext cx="135" cy="101"/>
            </a:xfrm>
            <a:prstGeom prst="rect">
              <a:avLst/>
            </a:prstGeom>
            <a:solidFill>
              <a:schemeClr val="accent2"/>
            </a:solidFill>
            <a:ln w="9525">
              <a:solidFill>
                <a:schemeClr val="tx1"/>
              </a:solidFill>
              <a:miter lim="800000"/>
              <a:headEnd/>
              <a:tailEnd/>
            </a:ln>
          </p:spPr>
          <p:txBody>
            <a:bodyPr lIns="0" tIns="0" rIns="0" bIns="0"/>
            <a:lstStyle>
              <a:lvl1pPr eaLnBrk="0" hangingPunct="0">
                <a:defRPr sz="800">
                  <a:solidFill>
                    <a:schemeClr val="tx1"/>
                  </a:solidFill>
                  <a:latin typeface="Arial" charset="0"/>
                  <a:ea typeface="华文楷体" pitchFamily="2" charset="-122"/>
                </a:defRPr>
              </a:lvl1pPr>
              <a:lvl2pPr marL="742950" indent="-285750" eaLnBrk="0" hangingPunct="0">
                <a:defRPr sz="800">
                  <a:solidFill>
                    <a:schemeClr val="tx1"/>
                  </a:solidFill>
                  <a:latin typeface="Arial" charset="0"/>
                  <a:ea typeface="华文楷体" pitchFamily="2" charset="-122"/>
                </a:defRPr>
              </a:lvl2pPr>
              <a:lvl3pPr marL="1143000" indent="-228600" eaLnBrk="0" hangingPunct="0">
                <a:defRPr sz="800">
                  <a:solidFill>
                    <a:schemeClr val="tx1"/>
                  </a:solidFill>
                  <a:latin typeface="Arial" charset="0"/>
                  <a:ea typeface="华文楷体" pitchFamily="2" charset="-122"/>
                </a:defRPr>
              </a:lvl3pPr>
              <a:lvl4pPr marL="1600200" indent="-228600" eaLnBrk="0" hangingPunct="0">
                <a:defRPr sz="800">
                  <a:solidFill>
                    <a:schemeClr val="tx1"/>
                  </a:solidFill>
                  <a:latin typeface="Arial" charset="0"/>
                  <a:ea typeface="华文楷体" pitchFamily="2" charset="-122"/>
                </a:defRPr>
              </a:lvl4pPr>
              <a:lvl5pPr marL="2057400" indent="-228600" eaLnBrk="0" hangingPunct="0">
                <a:defRPr sz="800">
                  <a:solidFill>
                    <a:schemeClr val="tx1"/>
                  </a:solidFill>
                  <a:latin typeface="Arial" charset="0"/>
                  <a:ea typeface="华文楷体" pitchFamily="2" charset="-122"/>
                </a:defRPr>
              </a:lvl5pPr>
              <a:lvl6pPr marL="2514600" indent="-228600" eaLnBrk="0" fontAlgn="base" hangingPunct="0">
                <a:spcBef>
                  <a:spcPct val="0"/>
                </a:spcBef>
                <a:spcAft>
                  <a:spcPct val="0"/>
                </a:spcAft>
                <a:defRPr sz="800">
                  <a:solidFill>
                    <a:schemeClr val="tx1"/>
                  </a:solidFill>
                  <a:latin typeface="Arial" charset="0"/>
                  <a:ea typeface="华文楷体" pitchFamily="2" charset="-122"/>
                </a:defRPr>
              </a:lvl6pPr>
              <a:lvl7pPr marL="2971800" indent="-228600" eaLnBrk="0" fontAlgn="base" hangingPunct="0">
                <a:spcBef>
                  <a:spcPct val="0"/>
                </a:spcBef>
                <a:spcAft>
                  <a:spcPct val="0"/>
                </a:spcAft>
                <a:defRPr sz="800">
                  <a:solidFill>
                    <a:schemeClr val="tx1"/>
                  </a:solidFill>
                  <a:latin typeface="Arial" charset="0"/>
                  <a:ea typeface="华文楷体" pitchFamily="2" charset="-122"/>
                </a:defRPr>
              </a:lvl7pPr>
              <a:lvl8pPr marL="3429000" indent="-228600" eaLnBrk="0" fontAlgn="base" hangingPunct="0">
                <a:spcBef>
                  <a:spcPct val="0"/>
                </a:spcBef>
                <a:spcAft>
                  <a:spcPct val="0"/>
                </a:spcAft>
                <a:defRPr sz="800">
                  <a:solidFill>
                    <a:schemeClr val="tx1"/>
                  </a:solidFill>
                  <a:latin typeface="Arial" charset="0"/>
                  <a:ea typeface="华文楷体" pitchFamily="2" charset="-122"/>
                </a:defRPr>
              </a:lvl8pPr>
              <a:lvl9pPr marL="3886200" indent="-228600" eaLnBrk="0" fontAlgn="base" hangingPunct="0">
                <a:spcBef>
                  <a:spcPct val="0"/>
                </a:spcBef>
                <a:spcAft>
                  <a:spcPct val="0"/>
                </a:spcAft>
                <a:defRPr sz="800">
                  <a:solidFill>
                    <a:schemeClr val="tx1"/>
                  </a:solidFill>
                  <a:latin typeface="Arial" charset="0"/>
                  <a:ea typeface="华文楷体" pitchFamily="2" charset="-122"/>
                </a:defRPr>
              </a:lvl9pPr>
            </a:lstStyle>
            <a:p>
              <a:pPr eaLnBrk="1" hangingPunct="1">
                <a:defRPr/>
              </a:pPr>
              <a:endParaRPr lang="zh-CN" altLang="en-US" sz="1224">
                <a:solidFill>
                  <a:srgbClr val="000000"/>
                </a:solidFill>
              </a:endParaRPr>
            </a:p>
          </p:txBody>
        </p:sp>
        <p:sp>
          <p:nvSpPr>
            <p:cNvPr id="21" name="LegendRectangle3" hidden="1"/>
            <p:cNvSpPr>
              <a:spLocks noChangeArrowheads="1"/>
            </p:cNvSpPr>
            <p:nvPr userDrawn="1"/>
          </p:nvSpPr>
          <p:spPr bwMode="gray">
            <a:xfrm>
              <a:off x="4994" y="499"/>
              <a:ext cx="135" cy="101"/>
            </a:xfrm>
            <a:prstGeom prst="rect">
              <a:avLst/>
            </a:prstGeom>
            <a:solidFill>
              <a:schemeClr val="hlink"/>
            </a:solidFill>
            <a:ln w="9525">
              <a:solidFill>
                <a:schemeClr val="tx1"/>
              </a:solidFill>
              <a:miter lim="800000"/>
              <a:headEnd/>
              <a:tailEnd/>
            </a:ln>
          </p:spPr>
          <p:txBody>
            <a:bodyPr lIns="0" tIns="0" rIns="0" bIns="0"/>
            <a:lstStyle>
              <a:lvl1pPr eaLnBrk="0" hangingPunct="0">
                <a:defRPr sz="800">
                  <a:solidFill>
                    <a:schemeClr val="tx1"/>
                  </a:solidFill>
                  <a:latin typeface="Arial" charset="0"/>
                  <a:ea typeface="华文楷体" pitchFamily="2" charset="-122"/>
                </a:defRPr>
              </a:lvl1pPr>
              <a:lvl2pPr marL="742950" indent="-285750" eaLnBrk="0" hangingPunct="0">
                <a:defRPr sz="800">
                  <a:solidFill>
                    <a:schemeClr val="tx1"/>
                  </a:solidFill>
                  <a:latin typeface="Arial" charset="0"/>
                  <a:ea typeface="华文楷体" pitchFamily="2" charset="-122"/>
                </a:defRPr>
              </a:lvl2pPr>
              <a:lvl3pPr marL="1143000" indent="-228600" eaLnBrk="0" hangingPunct="0">
                <a:defRPr sz="800">
                  <a:solidFill>
                    <a:schemeClr val="tx1"/>
                  </a:solidFill>
                  <a:latin typeface="Arial" charset="0"/>
                  <a:ea typeface="华文楷体" pitchFamily="2" charset="-122"/>
                </a:defRPr>
              </a:lvl3pPr>
              <a:lvl4pPr marL="1600200" indent="-228600" eaLnBrk="0" hangingPunct="0">
                <a:defRPr sz="800">
                  <a:solidFill>
                    <a:schemeClr val="tx1"/>
                  </a:solidFill>
                  <a:latin typeface="Arial" charset="0"/>
                  <a:ea typeface="华文楷体" pitchFamily="2" charset="-122"/>
                </a:defRPr>
              </a:lvl4pPr>
              <a:lvl5pPr marL="2057400" indent="-228600" eaLnBrk="0" hangingPunct="0">
                <a:defRPr sz="800">
                  <a:solidFill>
                    <a:schemeClr val="tx1"/>
                  </a:solidFill>
                  <a:latin typeface="Arial" charset="0"/>
                  <a:ea typeface="华文楷体" pitchFamily="2" charset="-122"/>
                </a:defRPr>
              </a:lvl5pPr>
              <a:lvl6pPr marL="2514600" indent="-228600" eaLnBrk="0" fontAlgn="base" hangingPunct="0">
                <a:spcBef>
                  <a:spcPct val="0"/>
                </a:spcBef>
                <a:spcAft>
                  <a:spcPct val="0"/>
                </a:spcAft>
                <a:defRPr sz="800">
                  <a:solidFill>
                    <a:schemeClr val="tx1"/>
                  </a:solidFill>
                  <a:latin typeface="Arial" charset="0"/>
                  <a:ea typeface="华文楷体" pitchFamily="2" charset="-122"/>
                </a:defRPr>
              </a:lvl6pPr>
              <a:lvl7pPr marL="2971800" indent="-228600" eaLnBrk="0" fontAlgn="base" hangingPunct="0">
                <a:spcBef>
                  <a:spcPct val="0"/>
                </a:spcBef>
                <a:spcAft>
                  <a:spcPct val="0"/>
                </a:spcAft>
                <a:defRPr sz="800">
                  <a:solidFill>
                    <a:schemeClr val="tx1"/>
                  </a:solidFill>
                  <a:latin typeface="Arial" charset="0"/>
                  <a:ea typeface="华文楷体" pitchFamily="2" charset="-122"/>
                </a:defRPr>
              </a:lvl7pPr>
              <a:lvl8pPr marL="3429000" indent="-228600" eaLnBrk="0" fontAlgn="base" hangingPunct="0">
                <a:spcBef>
                  <a:spcPct val="0"/>
                </a:spcBef>
                <a:spcAft>
                  <a:spcPct val="0"/>
                </a:spcAft>
                <a:defRPr sz="800">
                  <a:solidFill>
                    <a:schemeClr val="tx1"/>
                  </a:solidFill>
                  <a:latin typeface="Arial" charset="0"/>
                  <a:ea typeface="华文楷体" pitchFamily="2" charset="-122"/>
                </a:defRPr>
              </a:lvl8pPr>
              <a:lvl9pPr marL="3886200" indent="-228600" eaLnBrk="0" fontAlgn="base" hangingPunct="0">
                <a:spcBef>
                  <a:spcPct val="0"/>
                </a:spcBef>
                <a:spcAft>
                  <a:spcPct val="0"/>
                </a:spcAft>
                <a:defRPr sz="800">
                  <a:solidFill>
                    <a:schemeClr val="tx1"/>
                  </a:solidFill>
                  <a:latin typeface="Arial" charset="0"/>
                  <a:ea typeface="华文楷体" pitchFamily="2" charset="-122"/>
                </a:defRPr>
              </a:lvl9pPr>
            </a:lstStyle>
            <a:p>
              <a:pPr eaLnBrk="1" hangingPunct="1">
                <a:defRPr/>
              </a:pPr>
              <a:endParaRPr lang="zh-CN" altLang="en-US" sz="1224">
                <a:solidFill>
                  <a:srgbClr val="000000"/>
                </a:solidFill>
              </a:endParaRPr>
            </a:p>
          </p:txBody>
        </p:sp>
        <p:sp>
          <p:nvSpPr>
            <p:cNvPr id="22" name="LegendRectangle4" hidden="1"/>
            <p:cNvSpPr>
              <a:spLocks noChangeArrowheads="1"/>
            </p:cNvSpPr>
            <p:nvPr userDrawn="1"/>
          </p:nvSpPr>
          <p:spPr bwMode="gray">
            <a:xfrm>
              <a:off x="4994" y="655"/>
              <a:ext cx="135" cy="101"/>
            </a:xfrm>
            <a:prstGeom prst="rect">
              <a:avLst/>
            </a:prstGeom>
            <a:solidFill>
              <a:schemeClr val="folHlink"/>
            </a:solidFill>
            <a:ln w="9525">
              <a:solidFill>
                <a:schemeClr val="tx1"/>
              </a:solidFill>
              <a:miter lim="800000"/>
              <a:headEnd/>
              <a:tailEnd/>
            </a:ln>
          </p:spPr>
          <p:txBody>
            <a:bodyPr lIns="0" tIns="0" rIns="0" bIns="0"/>
            <a:lstStyle>
              <a:lvl1pPr eaLnBrk="0" hangingPunct="0">
                <a:defRPr sz="800">
                  <a:solidFill>
                    <a:schemeClr val="tx1"/>
                  </a:solidFill>
                  <a:latin typeface="Arial" charset="0"/>
                  <a:ea typeface="华文楷体" pitchFamily="2" charset="-122"/>
                </a:defRPr>
              </a:lvl1pPr>
              <a:lvl2pPr marL="742950" indent="-285750" eaLnBrk="0" hangingPunct="0">
                <a:defRPr sz="800">
                  <a:solidFill>
                    <a:schemeClr val="tx1"/>
                  </a:solidFill>
                  <a:latin typeface="Arial" charset="0"/>
                  <a:ea typeface="华文楷体" pitchFamily="2" charset="-122"/>
                </a:defRPr>
              </a:lvl2pPr>
              <a:lvl3pPr marL="1143000" indent="-228600" eaLnBrk="0" hangingPunct="0">
                <a:defRPr sz="800">
                  <a:solidFill>
                    <a:schemeClr val="tx1"/>
                  </a:solidFill>
                  <a:latin typeface="Arial" charset="0"/>
                  <a:ea typeface="华文楷体" pitchFamily="2" charset="-122"/>
                </a:defRPr>
              </a:lvl3pPr>
              <a:lvl4pPr marL="1600200" indent="-228600" eaLnBrk="0" hangingPunct="0">
                <a:defRPr sz="800">
                  <a:solidFill>
                    <a:schemeClr val="tx1"/>
                  </a:solidFill>
                  <a:latin typeface="Arial" charset="0"/>
                  <a:ea typeface="华文楷体" pitchFamily="2" charset="-122"/>
                </a:defRPr>
              </a:lvl4pPr>
              <a:lvl5pPr marL="2057400" indent="-228600" eaLnBrk="0" hangingPunct="0">
                <a:defRPr sz="800">
                  <a:solidFill>
                    <a:schemeClr val="tx1"/>
                  </a:solidFill>
                  <a:latin typeface="Arial" charset="0"/>
                  <a:ea typeface="华文楷体" pitchFamily="2" charset="-122"/>
                </a:defRPr>
              </a:lvl5pPr>
              <a:lvl6pPr marL="2514600" indent="-228600" eaLnBrk="0" fontAlgn="base" hangingPunct="0">
                <a:spcBef>
                  <a:spcPct val="0"/>
                </a:spcBef>
                <a:spcAft>
                  <a:spcPct val="0"/>
                </a:spcAft>
                <a:defRPr sz="800">
                  <a:solidFill>
                    <a:schemeClr val="tx1"/>
                  </a:solidFill>
                  <a:latin typeface="Arial" charset="0"/>
                  <a:ea typeface="华文楷体" pitchFamily="2" charset="-122"/>
                </a:defRPr>
              </a:lvl6pPr>
              <a:lvl7pPr marL="2971800" indent="-228600" eaLnBrk="0" fontAlgn="base" hangingPunct="0">
                <a:spcBef>
                  <a:spcPct val="0"/>
                </a:spcBef>
                <a:spcAft>
                  <a:spcPct val="0"/>
                </a:spcAft>
                <a:defRPr sz="800">
                  <a:solidFill>
                    <a:schemeClr val="tx1"/>
                  </a:solidFill>
                  <a:latin typeface="Arial" charset="0"/>
                  <a:ea typeface="华文楷体" pitchFamily="2" charset="-122"/>
                </a:defRPr>
              </a:lvl7pPr>
              <a:lvl8pPr marL="3429000" indent="-228600" eaLnBrk="0" fontAlgn="base" hangingPunct="0">
                <a:spcBef>
                  <a:spcPct val="0"/>
                </a:spcBef>
                <a:spcAft>
                  <a:spcPct val="0"/>
                </a:spcAft>
                <a:defRPr sz="800">
                  <a:solidFill>
                    <a:schemeClr val="tx1"/>
                  </a:solidFill>
                  <a:latin typeface="Arial" charset="0"/>
                  <a:ea typeface="华文楷体" pitchFamily="2" charset="-122"/>
                </a:defRPr>
              </a:lvl8pPr>
              <a:lvl9pPr marL="3886200" indent="-228600" eaLnBrk="0" fontAlgn="base" hangingPunct="0">
                <a:spcBef>
                  <a:spcPct val="0"/>
                </a:spcBef>
                <a:spcAft>
                  <a:spcPct val="0"/>
                </a:spcAft>
                <a:defRPr sz="800">
                  <a:solidFill>
                    <a:schemeClr val="tx1"/>
                  </a:solidFill>
                  <a:latin typeface="Arial" charset="0"/>
                  <a:ea typeface="华文楷体" pitchFamily="2" charset="-122"/>
                </a:defRPr>
              </a:lvl9pPr>
            </a:lstStyle>
            <a:p>
              <a:pPr eaLnBrk="1" hangingPunct="1">
                <a:defRPr/>
              </a:pPr>
              <a:endParaRPr lang="zh-CN" altLang="en-US" sz="1224">
                <a:solidFill>
                  <a:srgbClr val="000000"/>
                </a:solidFill>
              </a:endParaRPr>
            </a:p>
          </p:txBody>
        </p:sp>
      </p:grpSp>
      <p:grpSp>
        <p:nvGrpSpPr>
          <p:cNvPr id="23" name="McK Legend Moons" hidden="1"/>
          <p:cNvGrpSpPr>
            <a:grpSpLocks/>
          </p:cNvGrpSpPr>
          <p:nvPr>
            <p:custDataLst>
              <p:tags r:id="rId4"/>
            </p:custDataLst>
          </p:nvPr>
        </p:nvGrpSpPr>
        <p:grpSpPr bwMode="auto">
          <a:xfrm>
            <a:off x="10868719" y="824642"/>
            <a:ext cx="925883" cy="1182688"/>
            <a:chOff x="4994" y="179"/>
            <a:chExt cx="437" cy="745"/>
          </a:xfrm>
        </p:grpSpPr>
        <p:grpSp>
          <p:nvGrpSpPr>
            <p:cNvPr id="24" name="Group 20" hidden="1"/>
            <p:cNvGrpSpPr>
              <a:grpSpLocks noChangeAspect="1"/>
            </p:cNvGrpSpPr>
            <p:nvPr userDrawn="1">
              <p:custDataLst>
                <p:tags r:id="rId7"/>
              </p:custDataLst>
            </p:nvPr>
          </p:nvGrpSpPr>
          <p:grpSpPr bwMode="auto">
            <a:xfrm>
              <a:off x="4994" y="179"/>
              <a:ext cx="117" cy="117"/>
              <a:chOff x="4828" y="1575"/>
              <a:chExt cx="117" cy="117"/>
            </a:xfrm>
          </p:grpSpPr>
          <p:sp>
            <p:nvSpPr>
              <p:cNvPr id="42" name="Oval 21" hidden="1"/>
              <p:cNvSpPr>
                <a:spLocks noChangeAspect="1" noChangeArrowheads="1"/>
              </p:cNvSpPr>
              <p:nvPr>
                <p:custDataLst>
                  <p:tags r:id="rId20"/>
                </p:custDataLst>
              </p:nvPr>
            </p:nvSpPr>
            <p:spPr bwMode="gray">
              <a:xfrm>
                <a:off x="4828" y="1575"/>
                <a:ext cx="116" cy="116"/>
              </a:xfrm>
              <a:prstGeom prst="ellipse">
                <a:avLst/>
              </a:prstGeom>
              <a:solidFill>
                <a:schemeClr val="accent1"/>
              </a:solidFill>
              <a:ln w="9525" algn="ctr">
                <a:solidFill>
                  <a:schemeClr val="tx1"/>
                </a:solidFill>
                <a:round/>
                <a:headEnd/>
                <a:tailEnd/>
              </a:ln>
            </p:spPr>
            <p:txBody>
              <a:bodyPr wrap="none" lIns="86308" tIns="43175" rIns="86308" bIns="43175"/>
              <a:lstStyle>
                <a:lvl1pPr eaLnBrk="0" hangingPunct="0">
                  <a:defRPr sz="800">
                    <a:solidFill>
                      <a:schemeClr val="tx1"/>
                    </a:solidFill>
                    <a:latin typeface="Arial" charset="0"/>
                    <a:ea typeface="华文楷体" pitchFamily="2" charset="-122"/>
                  </a:defRPr>
                </a:lvl1pPr>
                <a:lvl2pPr marL="742950" indent="-285750" eaLnBrk="0" hangingPunct="0">
                  <a:defRPr sz="800">
                    <a:solidFill>
                      <a:schemeClr val="tx1"/>
                    </a:solidFill>
                    <a:latin typeface="Arial" charset="0"/>
                    <a:ea typeface="华文楷体" pitchFamily="2" charset="-122"/>
                  </a:defRPr>
                </a:lvl2pPr>
                <a:lvl3pPr marL="1143000" indent="-228600" eaLnBrk="0" hangingPunct="0">
                  <a:defRPr sz="800">
                    <a:solidFill>
                      <a:schemeClr val="tx1"/>
                    </a:solidFill>
                    <a:latin typeface="Arial" charset="0"/>
                    <a:ea typeface="华文楷体" pitchFamily="2" charset="-122"/>
                  </a:defRPr>
                </a:lvl3pPr>
                <a:lvl4pPr marL="1600200" indent="-228600" eaLnBrk="0" hangingPunct="0">
                  <a:defRPr sz="800">
                    <a:solidFill>
                      <a:schemeClr val="tx1"/>
                    </a:solidFill>
                    <a:latin typeface="Arial" charset="0"/>
                    <a:ea typeface="华文楷体" pitchFamily="2" charset="-122"/>
                  </a:defRPr>
                </a:lvl4pPr>
                <a:lvl5pPr marL="2057400" indent="-228600" eaLnBrk="0" hangingPunct="0">
                  <a:defRPr sz="800">
                    <a:solidFill>
                      <a:schemeClr val="tx1"/>
                    </a:solidFill>
                    <a:latin typeface="Arial" charset="0"/>
                    <a:ea typeface="华文楷体" pitchFamily="2" charset="-122"/>
                  </a:defRPr>
                </a:lvl5pPr>
                <a:lvl6pPr marL="2514600" indent="-228600" eaLnBrk="0" fontAlgn="base" hangingPunct="0">
                  <a:spcBef>
                    <a:spcPct val="0"/>
                  </a:spcBef>
                  <a:spcAft>
                    <a:spcPct val="0"/>
                  </a:spcAft>
                  <a:defRPr sz="800">
                    <a:solidFill>
                      <a:schemeClr val="tx1"/>
                    </a:solidFill>
                    <a:latin typeface="Arial" charset="0"/>
                    <a:ea typeface="华文楷体" pitchFamily="2" charset="-122"/>
                  </a:defRPr>
                </a:lvl6pPr>
                <a:lvl7pPr marL="2971800" indent="-228600" eaLnBrk="0" fontAlgn="base" hangingPunct="0">
                  <a:spcBef>
                    <a:spcPct val="0"/>
                  </a:spcBef>
                  <a:spcAft>
                    <a:spcPct val="0"/>
                  </a:spcAft>
                  <a:defRPr sz="800">
                    <a:solidFill>
                      <a:schemeClr val="tx1"/>
                    </a:solidFill>
                    <a:latin typeface="Arial" charset="0"/>
                    <a:ea typeface="华文楷体" pitchFamily="2" charset="-122"/>
                  </a:defRPr>
                </a:lvl7pPr>
                <a:lvl8pPr marL="3429000" indent="-228600" eaLnBrk="0" fontAlgn="base" hangingPunct="0">
                  <a:spcBef>
                    <a:spcPct val="0"/>
                  </a:spcBef>
                  <a:spcAft>
                    <a:spcPct val="0"/>
                  </a:spcAft>
                  <a:defRPr sz="800">
                    <a:solidFill>
                      <a:schemeClr val="tx1"/>
                    </a:solidFill>
                    <a:latin typeface="Arial" charset="0"/>
                    <a:ea typeface="华文楷体" pitchFamily="2" charset="-122"/>
                  </a:defRPr>
                </a:lvl8pPr>
                <a:lvl9pPr marL="3886200" indent="-228600" eaLnBrk="0" fontAlgn="base" hangingPunct="0">
                  <a:spcBef>
                    <a:spcPct val="0"/>
                  </a:spcBef>
                  <a:spcAft>
                    <a:spcPct val="0"/>
                  </a:spcAft>
                  <a:defRPr sz="800">
                    <a:solidFill>
                      <a:schemeClr val="tx1"/>
                    </a:solidFill>
                    <a:latin typeface="Arial" charset="0"/>
                    <a:ea typeface="华文楷体" pitchFamily="2" charset="-122"/>
                  </a:defRPr>
                </a:lvl9pPr>
              </a:lstStyle>
              <a:p>
                <a:pPr eaLnBrk="1" hangingPunct="1">
                  <a:defRPr/>
                </a:pPr>
                <a:endParaRPr lang="zh-CN" altLang="en-US" sz="1224">
                  <a:solidFill>
                    <a:srgbClr val="000000"/>
                  </a:solidFill>
                </a:endParaRPr>
              </a:p>
            </p:txBody>
          </p:sp>
          <p:sp>
            <p:nvSpPr>
              <p:cNvPr id="43" name="Arc 22" hidden="1"/>
              <p:cNvSpPr>
                <a:spLocks noChangeAspect="1"/>
              </p:cNvSpPr>
              <p:nvPr>
                <p:custDataLst>
                  <p:tags r:id="rId21"/>
                </p:custDataLst>
              </p:nvPr>
            </p:nvSpPr>
            <p:spPr bwMode="gray">
              <a:xfrm>
                <a:off x="4829" y="1576"/>
                <a:ext cx="116" cy="11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path>
                  <a:path w="43200" h="43200" stroke="0" extrusionOk="0">
                    <a:moveTo>
                      <a:pt x="21599" y="0"/>
                    </a:moveTo>
                    <a:lnTo>
                      <a:pt x="21600" y="21600"/>
                    </a:lnTo>
                    <a:lnTo>
                      <a:pt x="21599" y="0"/>
                    </a:lnTo>
                    <a:close/>
                  </a:path>
                </a:pathLst>
              </a:custGeom>
              <a:solidFill>
                <a:schemeClr val="accent1"/>
              </a:solidFill>
              <a:ln w="9525">
                <a:solidFill>
                  <a:schemeClr val="tx1"/>
                </a:solidFill>
                <a:round/>
                <a:headEnd/>
                <a:tailEnd/>
              </a:ln>
            </p:spPr>
            <p:txBody>
              <a:bodyPr wrap="none" lIns="86621" tIns="43329" rIns="86621" bIns="43329"/>
              <a:lstStyle/>
              <a:p>
                <a:endParaRPr lang="en-US" sz="1224"/>
              </a:p>
            </p:txBody>
          </p:sp>
        </p:grpSp>
        <p:grpSp>
          <p:nvGrpSpPr>
            <p:cNvPr id="25" name="Group 23" hidden="1"/>
            <p:cNvGrpSpPr>
              <a:grpSpLocks noChangeAspect="1"/>
            </p:cNvGrpSpPr>
            <p:nvPr userDrawn="1">
              <p:custDataLst>
                <p:tags r:id="rId8"/>
              </p:custDataLst>
            </p:nvPr>
          </p:nvGrpSpPr>
          <p:grpSpPr bwMode="auto">
            <a:xfrm>
              <a:off x="4995" y="491"/>
              <a:ext cx="116" cy="117"/>
              <a:chOff x="4828" y="1722"/>
              <a:chExt cx="116" cy="117"/>
            </a:xfrm>
          </p:grpSpPr>
          <p:sp>
            <p:nvSpPr>
              <p:cNvPr id="40" name="Oval 24" hidden="1"/>
              <p:cNvSpPr>
                <a:spLocks noChangeAspect="1" noChangeArrowheads="1"/>
              </p:cNvSpPr>
              <p:nvPr>
                <p:custDataLst>
                  <p:tags r:id="rId18"/>
                </p:custDataLst>
              </p:nvPr>
            </p:nvSpPr>
            <p:spPr bwMode="gray">
              <a:xfrm>
                <a:off x="4828" y="1722"/>
                <a:ext cx="116" cy="97"/>
              </a:xfrm>
              <a:prstGeom prst="ellipse">
                <a:avLst/>
              </a:prstGeom>
              <a:solidFill>
                <a:schemeClr val="accent1"/>
              </a:solidFill>
              <a:ln w="9525" algn="ctr">
                <a:solidFill>
                  <a:schemeClr val="tx1"/>
                </a:solidFill>
                <a:round/>
                <a:headEnd/>
                <a:tailEnd/>
              </a:ln>
            </p:spPr>
            <p:txBody>
              <a:bodyPr wrap="none" lIns="86308" tIns="43175" rIns="86308" bIns="43175"/>
              <a:lstStyle>
                <a:lvl1pPr eaLnBrk="0" hangingPunct="0">
                  <a:defRPr sz="800">
                    <a:solidFill>
                      <a:schemeClr val="tx1"/>
                    </a:solidFill>
                    <a:latin typeface="Arial" charset="0"/>
                    <a:ea typeface="华文楷体" pitchFamily="2" charset="-122"/>
                  </a:defRPr>
                </a:lvl1pPr>
                <a:lvl2pPr marL="742950" indent="-285750" eaLnBrk="0" hangingPunct="0">
                  <a:defRPr sz="800">
                    <a:solidFill>
                      <a:schemeClr val="tx1"/>
                    </a:solidFill>
                    <a:latin typeface="Arial" charset="0"/>
                    <a:ea typeface="华文楷体" pitchFamily="2" charset="-122"/>
                  </a:defRPr>
                </a:lvl2pPr>
                <a:lvl3pPr marL="1143000" indent="-228600" eaLnBrk="0" hangingPunct="0">
                  <a:defRPr sz="800">
                    <a:solidFill>
                      <a:schemeClr val="tx1"/>
                    </a:solidFill>
                    <a:latin typeface="Arial" charset="0"/>
                    <a:ea typeface="华文楷体" pitchFamily="2" charset="-122"/>
                  </a:defRPr>
                </a:lvl3pPr>
                <a:lvl4pPr marL="1600200" indent="-228600" eaLnBrk="0" hangingPunct="0">
                  <a:defRPr sz="800">
                    <a:solidFill>
                      <a:schemeClr val="tx1"/>
                    </a:solidFill>
                    <a:latin typeface="Arial" charset="0"/>
                    <a:ea typeface="华文楷体" pitchFamily="2" charset="-122"/>
                  </a:defRPr>
                </a:lvl4pPr>
                <a:lvl5pPr marL="2057400" indent="-228600" eaLnBrk="0" hangingPunct="0">
                  <a:defRPr sz="800">
                    <a:solidFill>
                      <a:schemeClr val="tx1"/>
                    </a:solidFill>
                    <a:latin typeface="Arial" charset="0"/>
                    <a:ea typeface="华文楷体" pitchFamily="2" charset="-122"/>
                  </a:defRPr>
                </a:lvl5pPr>
                <a:lvl6pPr marL="2514600" indent="-228600" eaLnBrk="0" fontAlgn="base" hangingPunct="0">
                  <a:spcBef>
                    <a:spcPct val="0"/>
                  </a:spcBef>
                  <a:spcAft>
                    <a:spcPct val="0"/>
                  </a:spcAft>
                  <a:defRPr sz="800">
                    <a:solidFill>
                      <a:schemeClr val="tx1"/>
                    </a:solidFill>
                    <a:latin typeface="Arial" charset="0"/>
                    <a:ea typeface="华文楷体" pitchFamily="2" charset="-122"/>
                  </a:defRPr>
                </a:lvl6pPr>
                <a:lvl7pPr marL="2971800" indent="-228600" eaLnBrk="0" fontAlgn="base" hangingPunct="0">
                  <a:spcBef>
                    <a:spcPct val="0"/>
                  </a:spcBef>
                  <a:spcAft>
                    <a:spcPct val="0"/>
                  </a:spcAft>
                  <a:defRPr sz="800">
                    <a:solidFill>
                      <a:schemeClr val="tx1"/>
                    </a:solidFill>
                    <a:latin typeface="Arial" charset="0"/>
                    <a:ea typeface="华文楷体" pitchFamily="2" charset="-122"/>
                  </a:defRPr>
                </a:lvl7pPr>
                <a:lvl8pPr marL="3429000" indent="-228600" eaLnBrk="0" fontAlgn="base" hangingPunct="0">
                  <a:spcBef>
                    <a:spcPct val="0"/>
                  </a:spcBef>
                  <a:spcAft>
                    <a:spcPct val="0"/>
                  </a:spcAft>
                  <a:defRPr sz="800">
                    <a:solidFill>
                      <a:schemeClr val="tx1"/>
                    </a:solidFill>
                    <a:latin typeface="Arial" charset="0"/>
                    <a:ea typeface="华文楷体" pitchFamily="2" charset="-122"/>
                  </a:defRPr>
                </a:lvl8pPr>
                <a:lvl9pPr marL="3886200" indent="-228600" eaLnBrk="0" fontAlgn="base" hangingPunct="0">
                  <a:spcBef>
                    <a:spcPct val="0"/>
                  </a:spcBef>
                  <a:spcAft>
                    <a:spcPct val="0"/>
                  </a:spcAft>
                  <a:defRPr sz="800">
                    <a:solidFill>
                      <a:schemeClr val="tx1"/>
                    </a:solidFill>
                    <a:latin typeface="Arial" charset="0"/>
                    <a:ea typeface="华文楷体" pitchFamily="2" charset="-122"/>
                  </a:defRPr>
                </a:lvl9pPr>
              </a:lstStyle>
              <a:p>
                <a:pPr eaLnBrk="1" hangingPunct="1">
                  <a:defRPr/>
                </a:pPr>
                <a:endParaRPr lang="zh-CN" altLang="en-US" sz="1224">
                  <a:solidFill>
                    <a:srgbClr val="000000"/>
                  </a:solidFill>
                </a:endParaRPr>
              </a:p>
            </p:txBody>
          </p:sp>
          <p:sp>
            <p:nvSpPr>
              <p:cNvPr id="41" name="Arc 25" hidden="1"/>
              <p:cNvSpPr>
                <a:spLocks noChangeAspect="1"/>
              </p:cNvSpPr>
              <p:nvPr>
                <p:custDataLst>
                  <p:tags r:id="rId19"/>
                </p:custDataLst>
              </p:nvPr>
            </p:nvSpPr>
            <p:spPr bwMode="gray">
              <a:xfrm>
                <a:off x="4886" y="1723"/>
                <a:ext cx="58" cy="96"/>
              </a:xfrm>
              <a:custGeom>
                <a:avLst/>
                <a:gdLst>
                  <a:gd name="T0" fmla="*/ 0 w 21600"/>
                  <a:gd name="T1" fmla="*/ 0 h 43200"/>
                  <a:gd name="T2" fmla="*/ 0 w 21600"/>
                  <a:gd name="T3" fmla="*/ 0 h 43200"/>
                  <a:gd name="T4" fmla="*/ 0 w 21600"/>
                  <a:gd name="T5" fmla="*/ 0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lnTo>
                      <a:pt x="-1" y="0"/>
                    </a:lnTo>
                    <a:close/>
                  </a:path>
                </a:pathLst>
              </a:custGeom>
              <a:solidFill>
                <a:schemeClr val="folHlink"/>
              </a:solidFill>
              <a:ln w="9525">
                <a:solidFill>
                  <a:schemeClr val="tx1"/>
                </a:solidFill>
                <a:round/>
                <a:headEnd/>
                <a:tailEnd/>
              </a:ln>
            </p:spPr>
            <p:txBody>
              <a:bodyPr wrap="none" lIns="86621" tIns="43329" rIns="86621" bIns="43329"/>
              <a:lstStyle/>
              <a:p>
                <a:endParaRPr lang="en-US" sz="1224"/>
              </a:p>
            </p:txBody>
          </p:sp>
        </p:grpSp>
        <p:grpSp>
          <p:nvGrpSpPr>
            <p:cNvPr id="26" name="Group 26" hidden="1"/>
            <p:cNvGrpSpPr>
              <a:grpSpLocks noChangeAspect="1"/>
            </p:cNvGrpSpPr>
            <p:nvPr userDrawn="1">
              <p:custDataLst>
                <p:tags r:id="rId9"/>
              </p:custDataLst>
            </p:nvPr>
          </p:nvGrpSpPr>
          <p:grpSpPr bwMode="auto">
            <a:xfrm>
              <a:off x="4995" y="804"/>
              <a:ext cx="116" cy="116"/>
              <a:chOff x="4828" y="1870"/>
              <a:chExt cx="116" cy="116"/>
            </a:xfrm>
          </p:grpSpPr>
          <p:sp>
            <p:nvSpPr>
              <p:cNvPr id="38" name="Oval 27" hidden="1"/>
              <p:cNvSpPr>
                <a:spLocks noChangeAspect="1" noChangeArrowheads="1"/>
              </p:cNvSpPr>
              <p:nvPr>
                <p:custDataLst>
                  <p:tags r:id="rId16"/>
                </p:custDataLst>
              </p:nvPr>
            </p:nvSpPr>
            <p:spPr bwMode="gray">
              <a:xfrm>
                <a:off x="4828" y="1870"/>
                <a:ext cx="116" cy="116"/>
              </a:xfrm>
              <a:prstGeom prst="ellipse">
                <a:avLst/>
              </a:prstGeom>
              <a:solidFill>
                <a:schemeClr val="accent1"/>
              </a:solidFill>
              <a:ln w="9525" algn="ctr">
                <a:solidFill>
                  <a:schemeClr val="tx1"/>
                </a:solidFill>
                <a:round/>
                <a:headEnd/>
                <a:tailEnd/>
              </a:ln>
            </p:spPr>
            <p:txBody>
              <a:bodyPr wrap="none" lIns="86308" tIns="43175" rIns="86308" bIns="43175"/>
              <a:lstStyle>
                <a:lvl1pPr eaLnBrk="0" hangingPunct="0">
                  <a:defRPr sz="800">
                    <a:solidFill>
                      <a:schemeClr val="tx1"/>
                    </a:solidFill>
                    <a:latin typeface="Arial" charset="0"/>
                    <a:ea typeface="华文楷体" pitchFamily="2" charset="-122"/>
                  </a:defRPr>
                </a:lvl1pPr>
                <a:lvl2pPr marL="742950" indent="-285750" eaLnBrk="0" hangingPunct="0">
                  <a:defRPr sz="800">
                    <a:solidFill>
                      <a:schemeClr val="tx1"/>
                    </a:solidFill>
                    <a:latin typeface="Arial" charset="0"/>
                    <a:ea typeface="华文楷体" pitchFamily="2" charset="-122"/>
                  </a:defRPr>
                </a:lvl2pPr>
                <a:lvl3pPr marL="1143000" indent="-228600" eaLnBrk="0" hangingPunct="0">
                  <a:defRPr sz="800">
                    <a:solidFill>
                      <a:schemeClr val="tx1"/>
                    </a:solidFill>
                    <a:latin typeface="Arial" charset="0"/>
                    <a:ea typeface="华文楷体" pitchFamily="2" charset="-122"/>
                  </a:defRPr>
                </a:lvl3pPr>
                <a:lvl4pPr marL="1600200" indent="-228600" eaLnBrk="0" hangingPunct="0">
                  <a:defRPr sz="800">
                    <a:solidFill>
                      <a:schemeClr val="tx1"/>
                    </a:solidFill>
                    <a:latin typeface="Arial" charset="0"/>
                    <a:ea typeface="华文楷体" pitchFamily="2" charset="-122"/>
                  </a:defRPr>
                </a:lvl4pPr>
                <a:lvl5pPr marL="2057400" indent="-228600" eaLnBrk="0" hangingPunct="0">
                  <a:defRPr sz="800">
                    <a:solidFill>
                      <a:schemeClr val="tx1"/>
                    </a:solidFill>
                    <a:latin typeface="Arial" charset="0"/>
                    <a:ea typeface="华文楷体" pitchFamily="2" charset="-122"/>
                  </a:defRPr>
                </a:lvl5pPr>
                <a:lvl6pPr marL="2514600" indent="-228600" eaLnBrk="0" fontAlgn="base" hangingPunct="0">
                  <a:spcBef>
                    <a:spcPct val="0"/>
                  </a:spcBef>
                  <a:spcAft>
                    <a:spcPct val="0"/>
                  </a:spcAft>
                  <a:defRPr sz="800">
                    <a:solidFill>
                      <a:schemeClr val="tx1"/>
                    </a:solidFill>
                    <a:latin typeface="Arial" charset="0"/>
                    <a:ea typeface="华文楷体" pitchFamily="2" charset="-122"/>
                  </a:defRPr>
                </a:lvl6pPr>
                <a:lvl7pPr marL="2971800" indent="-228600" eaLnBrk="0" fontAlgn="base" hangingPunct="0">
                  <a:spcBef>
                    <a:spcPct val="0"/>
                  </a:spcBef>
                  <a:spcAft>
                    <a:spcPct val="0"/>
                  </a:spcAft>
                  <a:defRPr sz="800">
                    <a:solidFill>
                      <a:schemeClr val="tx1"/>
                    </a:solidFill>
                    <a:latin typeface="Arial" charset="0"/>
                    <a:ea typeface="华文楷体" pitchFamily="2" charset="-122"/>
                  </a:defRPr>
                </a:lvl7pPr>
                <a:lvl8pPr marL="3429000" indent="-228600" eaLnBrk="0" fontAlgn="base" hangingPunct="0">
                  <a:spcBef>
                    <a:spcPct val="0"/>
                  </a:spcBef>
                  <a:spcAft>
                    <a:spcPct val="0"/>
                  </a:spcAft>
                  <a:defRPr sz="800">
                    <a:solidFill>
                      <a:schemeClr val="tx1"/>
                    </a:solidFill>
                    <a:latin typeface="Arial" charset="0"/>
                    <a:ea typeface="华文楷体" pitchFamily="2" charset="-122"/>
                  </a:defRPr>
                </a:lvl8pPr>
                <a:lvl9pPr marL="3886200" indent="-228600" eaLnBrk="0" fontAlgn="base" hangingPunct="0">
                  <a:spcBef>
                    <a:spcPct val="0"/>
                  </a:spcBef>
                  <a:spcAft>
                    <a:spcPct val="0"/>
                  </a:spcAft>
                  <a:defRPr sz="800">
                    <a:solidFill>
                      <a:schemeClr val="tx1"/>
                    </a:solidFill>
                    <a:latin typeface="Arial" charset="0"/>
                    <a:ea typeface="华文楷体" pitchFamily="2" charset="-122"/>
                  </a:defRPr>
                </a:lvl9pPr>
              </a:lstStyle>
              <a:p>
                <a:pPr eaLnBrk="1" hangingPunct="1">
                  <a:defRPr/>
                </a:pPr>
                <a:endParaRPr lang="zh-CN" altLang="en-US" sz="1224">
                  <a:solidFill>
                    <a:srgbClr val="000000"/>
                  </a:solidFill>
                </a:endParaRPr>
              </a:p>
            </p:txBody>
          </p:sp>
          <p:sp>
            <p:nvSpPr>
              <p:cNvPr id="39" name="Oval 28" hidden="1"/>
              <p:cNvSpPr>
                <a:spLocks noChangeAspect="1" noChangeArrowheads="1"/>
              </p:cNvSpPr>
              <p:nvPr>
                <p:custDataLst>
                  <p:tags r:id="rId17"/>
                </p:custDataLst>
              </p:nvPr>
            </p:nvSpPr>
            <p:spPr bwMode="gray">
              <a:xfrm>
                <a:off x="4828" y="1870"/>
                <a:ext cx="116" cy="116"/>
              </a:xfrm>
              <a:prstGeom prst="ellipse">
                <a:avLst/>
              </a:prstGeom>
              <a:solidFill>
                <a:schemeClr val="folHlink"/>
              </a:solidFill>
              <a:ln w="9525">
                <a:solidFill>
                  <a:schemeClr val="tx1"/>
                </a:solidFill>
                <a:round/>
                <a:headEnd/>
                <a:tailEnd/>
              </a:ln>
            </p:spPr>
            <p:txBody>
              <a:bodyPr wrap="none" lIns="86308" tIns="43175" rIns="86308" bIns="43175"/>
              <a:lstStyle>
                <a:lvl1pPr eaLnBrk="0" hangingPunct="0">
                  <a:defRPr sz="800">
                    <a:solidFill>
                      <a:schemeClr val="tx1"/>
                    </a:solidFill>
                    <a:latin typeface="Arial" charset="0"/>
                    <a:ea typeface="华文楷体" pitchFamily="2" charset="-122"/>
                  </a:defRPr>
                </a:lvl1pPr>
                <a:lvl2pPr marL="742950" indent="-285750" eaLnBrk="0" hangingPunct="0">
                  <a:defRPr sz="800">
                    <a:solidFill>
                      <a:schemeClr val="tx1"/>
                    </a:solidFill>
                    <a:latin typeface="Arial" charset="0"/>
                    <a:ea typeface="华文楷体" pitchFamily="2" charset="-122"/>
                  </a:defRPr>
                </a:lvl2pPr>
                <a:lvl3pPr marL="1143000" indent="-228600" eaLnBrk="0" hangingPunct="0">
                  <a:defRPr sz="800">
                    <a:solidFill>
                      <a:schemeClr val="tx1"/>
                    </a:solidFill>
                    <a:latin typeface="Arial" charset="0"/>
                    <a:ea typeface="华文楷体" pitchFamily="2" charset="-122"/>
                  </a:defRPr>
                </a:lvl3pPr>
                <a:lvl4pPr marL="1600200" indent="-228600" eaLnBrk="0" hangingPunct="0">
                  <a:defRPr sz="800">
                    <a:solidFill>
                      <a:schemeClr val="tx1"/>
                    </a:solidFill>
                    <a:latin typeface="Arial" charset="0"/>
                    <a:ea typeface="华文楷体" pitchFamily="2" charset="-122"/>
                  </a:defRPr>
                </a:lvl4pPr>
                <a:lvl5pPr marL="2057400" indent="-228600" eaLnBrk="0" hangingPunct="0">
                  <a:defRPr sz="800">
                    <a:solidFill>
                      <a:schemeClr val="tx1"/>
                    </a:solidFill>
                    <a:latin typeface="Arial" charset="0"/>
                    <a:ea typeface="华文楷体" pitchFamily="2" charset="-122"/>
                  </a:defRPr>
                </a:lvl5pPr>
                <a:lvl6pPr marL="2514600" indent="-228600" eaLnBrk="0" fontAlgn="base" hangingPunct="0">
                  <a:spcBef>
                    <a:spcPct val="0"/>
                  </a:spcBef>
                  <a:spcAft>
                    <a:spcPct val="0"/>
                  </a:spcAft>
                  <a:defRPr sz="800">
                    <a:solidFill>
                      <a:schemeClr val="tx1"/>
                    </a:solidFill>
                    <a:latin typeface="Arial" charset="0"/>
                    <a:ea typeface="华文楷体" pitchFamily="2" charset="-122"/>
                  </a:defRPr>
                </a:lvl6pPr>
                <a:lvl7pPr marL="2971800" indent="-228600" eaLnBrk="0" fontAlgn="base" hangingPunct="0">
                  <a:spcBef>
                    <a:spcPct val="0"/>
                  </a:spcBef>
                  <a:spcAft>
                    <a:spcPct val="0"/>
                  </a:spcAft>
                  <a:defRPr sz="800">
                    <a:solidFill>
                      <a:schemeClr val="tx1"/>
                    </a:solidFill>
                    <a:latin typeface="Arial" charset="0"/>
                    <a:ea typeface="华文楷体" pitchFamily="2" charset="-122"/>
                  </a:defRPr>
                </a:lvl7pPr>
                <a:lvl8pPr marL="3429000" indent="-228600" eaLnBrk="0" fontAlgn="base" hangingPunct="0">
                  <a:spcBef>
                    <a:spcPct val="0"/>
                  </a:spcBef>
                  <a:spcAft>
                    <a:spcPct val="0"/>
                  </a:spcAft>
                  <a:defRPr sz="800">
                    <a:solidFill>
                      <a:schemeClr val="tx1"/>
                    </a:solidFill>
                    <a:latin typeface="Arial" charset="0"/>
                    <a:ea typeface="华文楷体" pitchFamily="2" charset="-122"/>
                  </a:defRPr>
                </a:lvl8pPr>
                <a:lvl9pPr marL="3886200" indent="-228600" eaLnBrk="0" fontAlgn="base" hangingPunct="0">
                  <a:spcBef>
                    <a:spcPct val="0"/>
                  </a:spcBef>
                  <a:spcAft>
                    <a:spcPct val="0"/>
                  </a:spcAft>
                  <a:defRPr sz="800">
                    <a:solidFill>
                      <a:schemeClr val="tx1"/>
                    </a:solidFill>
                    <a:latin typeface="Arial" charset="0"/>
                    <a:ea typeface="华文楷体" pitchFamily="2" charset="-122"/>
                  </a:defRPr>
                </a:lvl9pPr>
              </a:lstStyle>
              <a:p>
                <a:pPr eaLnBrk="1" hangingPunct="1">
                  <a:defRPr/>
                </a:pPr>
                <a:endParaRPr lang="zh-CN" altLang="en-US" sz="1224">
                  <a:solidFill>
                    <a:srgbClr val="000000"/>
                  </a:solidFill>
                </a:endParaRPr>
              </a:p>
            </p:txBody>
          </p:sp>
        </p:grpSp>
        <p:grpSp>
          <p:nvGrpSpPr>
            <p:cNvPr id="27" name="Group 29" hidden="1"/>
            <p:cNvGrpSpPr>
              <a:grpSpLocks noChangeAspect="1"/>
            </p:cNvGrpSpPr>
            <p:nvPr userDrawn="1">
              <p:custDataLst>
                <p:tags r:id="rId10"/>
              </p:custDataLst>
            </p:nvPr>
          </p:nvGrpSpPr>
          <p:grpSpPr bwMode="auto">
            <a:xfrm>
              <a:off x="4995" y="647"/>
              <a:ext cx="117" cy="117"/>
              <a:chOff x="2065" y="1110"/>
              <a:chExt cx="117" cy="117"/>
            </a:xfrm>
          </p:grpSpPr>
          <p:sp>
            <p:nvSpPr>
              <p:cNvPr id="36" name="Oval 30" hidden="1"/>
              <p:cNvSpPr>
                <a:spLocks noChangeAspect="1" noChangeArrowheads="1"/>
              </p:cNvSpPr>
              <p:nvPr userDrawn="1">
                <p:custDataLst>
                  <p:tags r:id="rId14"/>
                </p:custDataLst>
              </p:nvPr>
            </p:nvSpPr>
            <p:spPr bwMode="gray">
              <a:xfrm>
                <a:off x="2065" y="1110"/>
                <a:ext cx="116" cy="97"/>
              </a:xfrm>
              <a:prstGeom prst="ellipse">
                <a:avLst/>
              </a:prstGeom>
              <a:solidFill>
                <a:schemeClr val="accent1"/>
              </a:solidFill>
              <a:ln w="9525" algn="ctr">
                <a:solidFill>
                  <a:schemeClr val="tx1"/>
                </a:solidFill>
                <a:round/>
                <a:headEnd/>
                <a:tailEnd/>
              </a:ln>
            </p:spPr>
            <p:txBody>
              <a:bodyPr wrap="none" lIns="86308" tIns="43175" rIns="86308" bIns="43175"/>
              <a:lstStyle>
                <a:lvl1pPr eaLnBrk="0" hangingPunct="0">
                  <a:defRPr sz="800">
                    <a:solidFill>
                      <a:schemeClr val="tx1"/>
                    </a:solidFill>
                    <a:latin typeface="Arial" charset="0"/>
                    <a:ea typeface="华文楷体" pitchFamily="2" charset="-122"/>
                  </a:defRPr>
                </a:lvl1pPr>
                <a:lvl2pPr marL="742950" indent="-285750" eaLnBrk="0" hangingPunct="0">
                  <a:defRPr sz="800">
                    <a:solidFill>
                      <a:schemeClr val="tx1"/>
                    </a:solidFill>
                    <a:latin typeface="Arial" charset="0"/>
                    <a:ea typeface="华文楷体" pitchFamily="2" charset="-122"/>
                  </a:defRPr>
                </a:lvl2pPr>
                <a:lvl3pPr marL="1143000" indent="-228600" eaLnBrk="0" hangingPunct="0">
                  <a:defRPr sz="800">
                    <a:solidFill>
                      <a:schemeClr val="tx1"/>
                    </a:solidFill>
                    <a:latin typeface="Arial" charset="0"/>
                    <a:ea typeface="华文楷体" pitchFamily="2" charset="-122"/>
                  </a:defRPr>
                </a:lvl3pPr>
                <a:lvl4pPr marL="1600200" indent="-228600" eaLnBrk="0" hangingPunct="0">
                  <a:defRPr sz="800">
                    <a:solidFill>
                      <a:schemeClr val="tx1"/>
                    </a:solidFill>
                    <a:latin typeface="Arial" charset="0"/>
                    <a:ea typeface="华文楷体" pitchFamily="2" charset="-122"/>
                  </a:defRPr>
                </a:lvl4pPr>
                <a:lvl5pPr marL="2057400" indent="-228600" eaLnBrk="0" hangingPunct="0">
                  <a:defRPr sz="800">
                    <a:solidFill>
                      <a:schemeClr val="tx1"/>
                    </a:solidFill>
                    <a:latin typeface="Arial" charset="0"/>
                    <a:ea typeface="华文楷体" pitchFamily="2" charset="-122"/>
                  </a:defRPr>
                </a:lvl5pPr>
                <a:lvl6pPr marL="2514600" indent="-228600" eaLnBrk="0" fontAlgn="base" hangingPunct="0">
                  <a:spcBef>
                    <a:spcPct val="0"/>
                  </a:spcBef>
                  <a:spcAft>
                    <a:spcPct val="0"/>
                  </a:spcAft>
                  <a:defRPr sz="800">
                    <a:solidFill>
                      <a:schemeClr val="tx1"/>
                    </a:solidFill>
                    <a:latin typeface="Arial" charset="0"/>
                    <a:ea typeface="华文楷体" pitchFamily="2" charset="-122"/>
                  </a:defRPr>
                </a:lvl6pPr>
                <a:lvl7pPr marL="2971800" indent="-228600" eaLnBrk="0" fontAlgn="base" hangingPunct="0">
                  <a:spcBef>
                    <a:spcPct val="0"/>
                  </a:spcBef>
                  <a:spcAft>
                    <a:spcPct val="0"/>
                  </a:spcAft>
                  <a:defRPr sz="800">
                    <a:solidFill>
                      <a:schemeClr val="tx1"/>
                    </a:solidFill>
                    <a:latin typeface="Arial" charset="0"/>
                    <a:ea typeface="华文楷体" pitchFamily="2" charset="-122"/>
                  </a:defRPr>
                </a:lvl7pPr>
                <a:lvl8pPr marL="3429000" indent="-228600" eaLnBrk="0" fontAlgn="base" hangingPunct="0">
                  <a:spcBef>
                    <a:spcPct val="0"/>
                  </a:spcBef>
                  <a:spcAft>
                    <a:spcPct val="0"/>
                  </a:spcAft>
                  <a:defRPr sz="800">
                    <a:solidFill>
                      <a:schemeClr val="tx1"/>
                    </a:solidFill>
                    <a:latin typeface="Arial" charset="0"/>
                    <a:ea typeface="华文楷体" pitchFamily="2" charset="-122"/>
                  </a:defRPr>
                </a:lvl8pPr>
                <a:lvl9pPr marL="3886200" indent="-228600" eaLnBrk="0" fontAlgn="base" hangingPunct="0">
                  <a:spcBef>
                    <a:spcPct val="0"/>
                  </a:spcBef>
                  <a:spcAft>
                    <a:spcPct val="0"/>
                  </a:spcAft>
                  <a:defRPr sz="800">
                    <a:solidFill>
                      <a:schemeClr val="tx1"/>
                    </a:solidFill>
                    <a:latin typeface="Arial" charset="0"/>
                    <a:ea typeface="华文楷体" pitchFamily="2" charset="-122"/>
                  </a:defRPr>
                </a:lvl9pPr>
              </a:lstStyle>
              <a:p>
                <a:pPr eaLnBrk="1" hangingPunct="1">
                  <a:defRPr/>
                </a:pPr>
                <a:endParaRPr lang="zh-CN" altLang="en-US" sz="1224">
                  <a:solidFill>
                    <a:srgbClr val="000000"/>
                  </a:solidFill>
                </a:endParaRPr>
              </a:p>
            </p:txBody>
          </p:sp>
          <p:sp>
            <p:nvSpPr>
              <p:cNvPr id="37" name="Arc 31" hidden="1"/>
              <p:cNvSpPr>
                <a:spLocks noChangeAspect="1"/>
              </p:cNvSpPr>
              <p:nvPr userDrawn="1">
                <p:custDataLst>
                  <p:tags r:id="rId15"/>
                </p:custDataLst>
              </p:nvPr>
            </p:nvSpPr>
            <p:spPr bwMode="gray">
              <a:xfrm>
                <a:off x="2066" y="1111"/>
                <a:ext cx="116" cy="9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lnTo>
                      <a:pt x="21600" y="21600"/>
                    </a:lnTo>
                    <a:lnTo>
                      <a:pt x="21599" y="0"/>
                    </a:lnTo>
                    <a:close/>
                  </a:path>
                </a:pathLst>
              </a:custGeom>
              <a:solidFill>
                <a:schemeClr val="folHlink"/>
              </a:solidFill>
              <a:ln w="9525">
                <a:solidFill>
                  <a:schemeClr val="tx1"/>
                </a:solidFill>
                <a:round/>
                <a:headEnd/>
                <a:tailEnd/>
              </a:ln>
            </p:spPr>
            <p:txBody>
              <a:bodyPr wrap="none" lIns="86621" tIns="43329" rIns="86621" bIns="43329"/>
              <a:lstStyle/>
              <a:p>
                <a:endParaRPr lang="en-US" sz="1224"/>
              </a:p>
            </p:txBody>
          </p:sp>
        </p:grpSp>
        <p:grpSp>
          <p:nvGrpSpPr>
            <p:cNvPr id="28" name="Group 32" hidden="1"/>
            <p:cNvGrpSpPr>
              <a:grpSpLocks noChangeAspect="1"/>
            </p:cNvGrpSpPr>
            <p:nvPr userDrawn="1">
              <p:custDataLst>
                <p:tags r:id="rId11"/>
              </p:custDataLst>
            </p:nvPr>
          </p:nvGrpSpPr>
          <p:grpSpPr bwMode="auto">
            <a:xfrm>
              <a:off x="4995" y="335"/>
              <a:ext cx="116" cy="116"/>
              <a:chOff x="2065" y="822"/>
              <a:chExt cx="116" cy="116"/>
            </a:xfrm>
          </p:grpSpPr>
          <p:sp>
            <p:nvSpPr>
              <p:cNvPr id="34" name="Oval 89" hidden="1"/>
              <p:cNvSpPr>
                <a:spLocks noChangeAspect="1" noChangeArrowheads="1"/>
              </p:cNvSpPr>
              <p:nvPr userDrawn="1">
                <p:custDataLst>
                  <p:tags r:id="rId12"/>
                </p:custDataLst>
              </p:nvPr>
            </p:nvSpPr>
            <p:spPr bwMode="gray">
              <a:xfrm>
                <a:off x="2065" y="822"/>
                <a:ext cx="116" cy="116"/>
              </a:xfrm>
              <a:prstGeom prst="ellipse">
                <a:avLst/>
              </a:prstGeom>
              <a:solidFill>
                <a:schemeClr val="accent1"/>
              </a:solidFill>
              <a:ln w="9525" algn="ctr">
                <a:solidFill>
                  <a:schemeClr val="tx1"/>
                </a:solidFill>
                <a:round/>
                <a:headEnd/>
                <a:tailEnd/>
              </a:ln>
            </p:spPr>
            <p:txBody>
              <a:bodyPr wrap="none" lIns="86308" tIns="43175" rIns="86308" bIns="43175"/>
              <a:lstStyle>
                <a:lvl1pPr eaLnBrk="0" hangingPunct="0">
                  <a:defRPr sz="800">
                    <a:solidFill>
                      <a:schemeClr val="tx1"/>
                    </a:solidFill>
                    <a:latin typeface="Arial" charset="0"/>
                    <a:ea typeface="华文楷体" pitchFamily="2" charset="-122"/>
                  </a:defRPr>
                </a:lvl1pPr>
                <a:lvl2pPr marL="742950" indent="-285750" eaLnBrk="0" hangingPunct="0">
                  <a:defRPr sz="800">
                    <a:solidFill>
                      <a:schemeClr val="tx1"/>
                    </a:solidFill>
                    <a:latin typeface="Arial" charset="0"/>
                    <a:ea typeface="华文楷体" pitchFamily="2" charset="-122"/>
                  </a:defRPr>
                </a:lvl2pPr>
                <a:lvl3pPr marL="1143000" indent="-228600" eaLnBrk="0" hangingPunct="0">
                  <a:defRPr sz="800">
                    <a:solidFill>
                      <a:schemeClr val="tx1"/>
                    </a:solidFill>
                    <a:latin typeface="Arial" charset="0"/>
                    <a:ea typeface="华文楷体" pitchFamily="2" charset="-122"/>
                  </a:defRPr>
                </a:lvl3pPr>
                <a:lvl4pPr marL="1600200" indent="-228600" eaLnBrk="0" hangingPunct="0">
                  <a:defRPr sz="800">
                    <a:solidFill>
                      <a:schemeClr val="tx1"/>
                    </a:solidFill>
                    <a:latin typeface="Arial" charset="0"/>
                    <a:ea typeface="华文楷体" pitchFamily="2" charset="-122"/>
                  </a:defRPr>
                </a:lvl4pPr>
                <a:lvl5pPr marL="2057400" indent="-228600" eaLnBrk="0" hangingPunct="0">
                  <a:defRPr sz="800">
                    <a:solidFill>
                      <a:schemeClr val="tx1"/>
                    </a:solidFill>
                    <a:latin typeface="Arial" charset="0"/>
                    <a:ea typeface="华文楷体" pitchFamily="2" charset="-122"/>
                  </a:defRPr>
                </a:lvl5pPr>
                <a:lvl6pPr marL="2514600" indent="-228600" eaLnBrk="0" fontAlgn="base" hangingPunct="0">
                  <a:spcBef>
                    <a:spcPct val="0"/>
                  </a:spcBef>
                  <a:spcAft>
                    <a:spcPct val="0"/>
                  </a:spcAft>
                  <a:defRPr sz="800">
                    <a:solidFill>
                      <a:schemeClr val="tx1"/>
                    </a:solidFill>
                    <a:latin typeface="Arial" charset="0"/>
                    <a:ea typeface="华文楷体" pitchFamily="2" charset="-122"/>
                  </a:defRPr>
                </a:lvl6pPr>
                <a:lvl7pPr marL="2971800" indent="-228600" eaLnBrk="0" fontAlgn="base" hangingPunct="0">
                  <a:spcBef>
                    <a:spcPct val="0"/>
                  </a:spcBef>
                  <a:spcAft>
                    <a:spcPct val="0"/>
                  </a:spcAft>
                  <a:defRPr sz="800">
                    <a:solidFill>
                      <a:schemeClr val="tx1"/>
                    </a:solidFill>
                    <a:latin typeface="Arial" charset="0"/>
                    <a:ea typeface="华文楷体" pitchFamily="2" charset="-122"/>
                  </a:defRPr>
                </a:lvl7pPr>
                <a:lvl8pPr marL="3429000" indent="-228600" eaLnBrk="0" fontAlgn="base" hangingPunct="0">
                  <a:spcBef>
                    <a:spcPct val="0"/>
                  </a:spcBef>
                  <a:spcAft>
                    <a:spcPct val="0"/>
                  </a:spcAft>
                  <a:defRPr sz="800">
                    <a:solidFill>
                      <a:schemeClr val="tx1"/>
                    </a:solidFill>
                    <a:latin typeface="Arial" charset="0"/>
                    <a:ea typeface="华文楷体" pitchFamily="2" charset="-122"/>
                  </a:defRPr>
                </a:lvl8pPr>
                <a:lvl9pPr marL="3886200" indent="-228600" eaLnBrk="0" fontAlgn="base" hangingPunct="0">
                  <a:spcBef>
                    <a:spcPct val="0"/>
                  </a:spcBef>
                  <a:spcAft>
                    <a:spcPct val="0"/>
                  </a:spcAft>
                  <a:defRPr sz="800">
                    <a:solidFill>
                      <a:schemeClr val="tx1"/>
                    </a:solidFill>
                    <a:latin typeface="Arial" charset="0"/>
                    <a:ea typeface="华文楷体" pitchFamily="2" charset="-122"/>
                  </a:defRPr>
                </a:lvl9pPr>
              </a:lstStyle>
              <a:p>
                <a:pPr eaLnBrk="1" hangingPunct="1">
                  <a:defRPr/>
                </a:pPr>
                <a:endParaRPr lang="zh-CN" altLang="en-US" sz="1224">
                  <a:solidFill>
                    <a:srgbClr val="000000"/>
                  </a:solidFill>
                </a:endParaRPr>
              </a:p>
            </p:txBody>
          </p:sp>
          <p:sp>
            <p:nvSpPr>
              <p:cNvPr id="35" name="Arc 34" hidden="1"/>
              <p:cNvSpPr>
                <a:spLocks noChangeAspect="1"/>
              </p:cNvSpPr>
              <p:nvPr userDrawn="1">
                <p:custDataLst>
                  <p:tags r:id="rId13"/>
                </p:custDataLst>
              </p:nvPr>
            </p:nvSpPr>
            <p:spPr bwMode="gray">
              <a:xfrm>
                <a:off x="2123" y="823"/>
                <a:ext cx="58" cy="5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chemeClr val="folHlink"/>
              </a:solidFill>
              <a:ln w="9525">
                <a:solidFill>
                  <a:schemeClr val="tx1"/>
                </a:solidFill>
                <a:round/>
                <a:headEnd/>
                <a:tailEnd/>
              </a:ln>
            </p:spPr>
            <p:txBody>
              <a:bodyPr wrap="none" lIns="86621" tIns="43329" rIns="86621" bIns="43329"/>
              <a:lstStyle/>
              <a:p>
                <a:endParaRPr lang="en-US" sz="1224"/>
              </a:p>
            </p:txBody>
          </p:sp>
        </p:grpSp>
        <p:sp>
          <p:nvSpPr>
            <p:cNvPr id="29" name="Rectangle 35" hidden="1"/>
            <p:cNvSpPr>
              <a:spLocks noChangeArrowheads="1"/>
            </p:cNvSpPr>
            <p:nvPr userDrawn="1"/>
          </p:nvSpPr>
          <p:spPr bwMode="gray">
            <a:xfrm>
              <a:off x="5186" y="179"/>
              <a:ext cx="245"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852488" eaLnBrk="0" hangingPunct="0">
                <a:defRPr sz="800">
                  <a:solidFill>
                    <a:schemeClr val="tx1"/>
                  </a:solidFill>
                  <a:latin typeface="Arial" charset="0"/>
                  <a:ea typeface="华文楷体" pitchFamily="2" charset="-122"/>
                </a:defRPr>
              </a:lvl1pPr>
              <a:lvl2pPr marL="742950" indent="-285750" defTabSz="852488" eaLnBrk="0" hangingPunct="0">
                <a:defRPr sz="800">
                  <a:solidFill>
                    <a:schemeClr val="tx1"/>
                  </a:solidFill>
                  <a:latin typeface="Arial" charset="0"/>
                  <a:ea typeface="华文楷体" pitchFamily="2" charset="-122"/>
                </a:defRPr>
              </a:lvl2pPr>
              <a:lvl3pPr marL="1143000" indent="-228600" defTabSz="852488" eaLnBrk="0" hangingPunct="0">
                <a:defRPr sz="800">
                  <a:solidFill>
                    <a:schemeClr val="tx1"/>
                  </a:solidFill>
                  <a:latin typeface="Arial" charset="0"/>
                  <a:ea typeface="华文楷体" pitchFamily="2" charset="-122"/>
                </a:defRPr>
              </a:lvl3pPr>
              <a:lvl4pPr marL="1600200" indent="-228600" defTabSz="852488" eaLnBrk="0" hangingPunct="0">
                <a:defRPr sz="800">
                  <a:solidFill>
                    <a:schemeClr val="tx1"/>
                  </a:solidFill>
                  <a:latin typeface="Arial" charset="0"/>
                  <a:ea typeface="华文楷体" pitchFamily="2" charset="-122"/>
                </a:defRPr>
              </a:lvl4pPr>
              <a:lvl5pPr marL="2057400" indent="-228600" defTabSz="852488" eaLnBrk="0" hangingPunct="0">
                <a:defRPr sz="800">
                  <a:solidFill>
                    <a:schemeClr val="tx1"/>
                  </a:solidFill>
                  <a:latin typeface="Arial" charset="0"/>
                  <a:ea typeface="华文楷体" pitchFamily="2" charset="-122"/>
                </a:defRPr>
              </a:lvl5pPr>
              <a:lvl6pPr marL="2514600" indent="-228600" defTabSz="852488" eaLnBrk="0" fontAlgn="base" hangingPunct="0">
                <a:spcBef>
                  <a:spcPct val="0"/>
                </a:spcBef>
                <a:spcAft>
                  <a:spcPct val="0"/>
                </a:spcAft>
                <a:defRPr sz="800">
                  <a:solidFill>
                    <a:schemeClr val="tx1"/>
                  </a:solidFill>
                  <a:latin typeface="Arial" charset="0"/>
                  <a:ea typeface="华文楷体" pitchFamily="2" charset="-122"/>
                </a:defRPr>
              </a:lvl6pPr>
              <a:lvl7pPr marL="2971800" indent="-228600" defTabSz="852488" eaLnBrk="0" fontAlgn="base" hangingPunct="0">
                <a:spcBef>
                  <a:spcPct val="0"/>
                </a:spcBef>
                <a:spcAft>
                  <a:spcPct val="0"/>
                </a:spcAft>
                <a:defRPr sz="800">
                  <a:solidFill>
                    <a:schemeClr val="tx1"/>
                  </a:solidFill>
                  <a:latin typeface="Arial" charset="0"/>
                  <a:ea typeface="华文楷体" pitchFamily="2" charset="-122"/>
                </a:defRPr>
              </a:lvl7pPr>
              <a:lvl8pPr marL="3429000" indent="-228600" defTabSz="852488" eaLnBrk="0" fontAlgn="base" hangingPunct="0">
                <a:spcBef>
                  <a:spcPct val="0"/>
                </a:spcBef>
                <a:spcAft>
                  <a:spcPct val="0"/>
                </a:spcAft>
                <a:defRPr sz="800">
                  <a:solidFill>
                    <a:schemeClr val="tx1"/>
                  </a:solidFill>
                  <a:latin typeface="Arial" charset="0"/>
                  <a:ea typeface="华文楷体" pitchFamily="2" charset="-122"/>
                </a:defRPr>
              </a:lvl8pPr>
              <a:lvl9pPr marL="3886200" indent="-228600" defTabSz="852488" eaLnBrk="0" fontAlgn="base" hangingPunct="0">
                <a:spcBef>
                  <a:spcPct val="0"/>
                </a:spcBef>
                <a:spcAft>
                  <a:spcPct val="0"/>
                </a:spcAft>
                <a:defRPr sz="800">
                  <a:solidFill>
                    <a:schemeClr val="tx1"/>
                  </a:solidFill>
                  <a:latin typeface="Arial" charset="0"/>
                  <a:ea typeface="华文楷体" pitchFamily="2" charset="-122"/>
                </a:defRPr>
              </a:lvl9pPr>
            </a:lstStyle>
            <a:p>
              <a:pPr>
                <a:defRPr/>
              </a:pPr>
              <a:r>
                <a:rPr lang="en-US" altLang="zh-CN" sz="1224">
                  <a:solidFill>
                    <a:srgbClr val="000000"/>
                  </a:solidFill>
                  <a:ea typeface="宋体" pitchFamily="2" charset="-122"/>
                </a:rPr>
                <a:t>Legend</a:t>
              </a:r>
            </a:p>
          </p:txBody>
        </p:sp>
        <p:sp>
          <p:nvSpPr>
            <p:cNvPr id="30" name="Rectangle 36" hidden="1"/>
            <p:cNvSpPr>
              <a:spLocks noChangeArrowheads="1"/>
            </p:cNvSpPr>
            <p:nvPr userDrawn="1"/>
          </p:nvSpPr>
          <p:spPr bwMode="gray">
            <a:xfrm>
              <a:off x="5186" y="335"/>
              <a:ext cx="245"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852488" eaLnBrk="0" hangingPunct="0">
                <a:defRPr sz="800">
                  <a:solidFill>
                    <a:schemeClr val="tx1"/>
                  </a:solidFill>
                  <a:latin typeface="Arial" charset="0"/>
                  <a:ea typeface="华文楷体" pitchFamily="2" charset="-122"/>
                </a:defRPr>
              </a:lvl1pPr>
              <a:lvl2pPr marL="742950" indent="-285750" defTabSz="852488" eaLnBrk="0" hangingPunct="0">
                <a:defRPr sz="800">
                  <a:solidFill>
                    <a:schemeClr val="tx1"/>
                  </a:solidFill>
                  <a:latin typeface="Arial" charset="0"/>
                  <a:ea typeface="华文楷体" pitchFamily="2" charset="-122"/>
                </a:defRPr>
              </a:lvl2pPr>
              <a:lvl3pPr marL="1143000" indent="-228600" defTabSz="852488" eaLnBrk="0" hangingPunct="0">
                <a:defRPr sz="800">
                  <a:solidFill>
                    <a:schemeClr val="tx1"/>
                  </a:solidFill>
                  <a:latin typeface="Arial" charset="0"/>
                  <a:ea typeface="华文楷体" pitchFamily="2" charset="-122"/>
                </a:defRPr>
              </a:lvl3pPr>
              <a:lvl4pPr marL="1600200" indent="-228600" defTabSz="852488" eaLnBrk="0" hangingPunct="0">
                <a:defRPr sz="800">
                  <a:solidFill>
                    <a:schemeClr val="tx1"/>
                  </a:solidFill>
                  <a:latin typeface="Arial" charset="0"/>
                  <a:ea typeface="华文楷体" pitchFamily="2" charset="-122"/>
                </a:defRPr>
              </a:lvl4pPr>
              <a:lvl5pPr marL="2057400" indent="-228600" defTabSz="852488" eaLnBrk="0" hangingPunct="0">
                <a:defRPr sz="800">
                  <a:solidFill>
                    <a:schemeClr val="tx1"/>
                  </a:solidFill>
                  <a:latin typeface="Arial" charset="0"/>
                  <a:ea typeface="华文楷体" pitchFamily="2" charset="-122"/>
                </a:defRPr>
              </a:lvl5pPr>
              <a:lvl6pPr marL="2514600" indent="-228600" defTabSz="852488" eaLnBrk="0" fontAlgn="base" hangingPunct="0">
                <a:spcBef>
                  <a:spcPct val="0"/>
                </a:spcBef>
                <a:spcAft>
                  <a:spcPct val="0"/>
                </a:spcAft>
                <a:defRPr sz="800">
                  <a:solidFill>
                    <a:schemeClr val="tx1"/>
                  </a:solidFill>
                  <a:latin typeface="Arial" charset="0"/>
                  <a:ea typeface="华文楷体" pitchFamily="2" charset="-122"/>
                </a:defRPr>
              </a:lvl6pPr>
              <a:lvl7pPr marL="2971800" indent="-228600" defTabSz="852488" eaLnBrk="0" fontAlgn="base" hangingPunct="0">
                <a:spcBef>
                  <a:spcPct val="0"/>
                </a:spcBef>
                <a:spcAft>
                  <a:spcPct val="0"/>
                </a:spcAft>
                <a:defRPr sz="800">
                  <a:solidFill>
                    <a:schemeClr val="tx1"/>
                  </a:solidFill>
                  <a:latin typeface="Arial" charset="0"/>
                  <a:ea typeface="华文楷体" pitchFamily="2" charset="-122"/>
                </a:defRPr>
              </a:lvl7pPr>
              <a:lvl8pPr marL="3429000" indent="-228600" defTabSz="852488" eaLnBrk="0" fontAlgn="base" hangingPunct="0">
                <a:spcBef>
                  <a:spcPct val="0"/>
                </a:spcBef>
                <a:spcAft>
                  <a:spcPct val="0"/>
                </a:spcAft>
                <a:defRPr sz="800">
                  <a:solidFill>
                    <a:schemeClr val="tx1"/>
                  </a:solidFill>
                  <a:latin typeface="Arial" charset="0"/>
                  <a:ea typeface="华文楷体" pitchFamily="2" charset="-122"/>
                </a:defRPr>
              </a:lvl8pPr>
              <a:lvl9pPr marL="3886200" indent="-228600" defTabSz="852488" eaLnBrk="0" fontAlgn="base" hangingPunct="0">
                <a:spcBef>
                  <a:spcPct val="0"/>
                </a:spcBef>
                <a:spcAft>
                  <a:spcPct val="0"/>
                </a:spcAft>
                <a:defRPr sz="800">
                  <a:solidFill>
                    <a:schemeClr val="tx1"/>
                  </a:solidFill>
                  <a:latin typeface="Arial" charset="0"/>
                  <a:ea typeface="华文楷体" pitchFamily="2" charset="-122"/>
                </a:defRPr>
              </a:lvl9pPr>
            </a:lstStyle>
            <a:p>
              <a:pPr>
                <a:defRPr/>
              </a:pPr>
              <a:r>
                <a:rPr lang="en-US" altLang="zh-CN" sz="1224">
                  <a:solidFill>
                    <a:srgbClr val="000000"/>
                  </a:solidFill>
                  <a:ea typeface="宋体" pitchFamily="2" charset="-122"/>
                </a:rPr>
                <a:t>Legend</a:t>
              </a:r>
            </a:p>
          </p:txBody>
        </p:sp>
        <p:sp>
          <p:nvSpPr>
            <p:cNvPr id="31" name="Rectangle 37" hidden="1"/>
            <p:cNvSpPr>
              <a:spLocks noChangeArrowheads="1"/>
            </p:cNvSpPr>
            <p:nvPr userDrawn="1"/>
          </p:nvSpPr>
          <p:spPr bwMode="gray">
            <a:xfrm>
              <a:off x="5186" y="492"/>
              <a:ext cx="245"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852488" eaLnBrk="0" hangingPunct="0">
                <a:defRPr sz="800">
                  <a:solidFill>
                    <a:schemeClr val="tx1"/>
                  </a:solidFill>
                  <a:latin typeface="Arial" charset="0"/>
                  <a:ea typeface="华文楷体" pitchFamily="2" charset="-122"/>
                </a:defRPr>
              </a:lvl1pPr>
              <a:lvl2pPr marL="742950" indent="-285750" defTabSz="852488" eaLnBrk="0" hangingPunct="0">
                <a:defRPr sz="800">
                  <a:solidFill>
                    <a:schemeClr val="tx1"/>
                  </a:solidFill>
                  <a:latin typeface="Arial" charset="0"/>
                  <a:ea typeface="华文楷体" pitchFamily="2" charset="-122"/>
                </a:defRPr>
              </a:lvl2pPr>
              <a:lvl3pPr marL="1143000" indent="-228600" defTabSz="852488" eaLnBrk="0" hangingPunct="0">
                <a:defRPr sz="800">
                  <a:solidFill>
                    <a:schemeClr val="tx1"/>
                  </a:solidFill>
                  <a:latin typeface="Arial" charset="0"/>
                  <a:ea typeface="华文楷体" pitchFamily="2" charset="-122"/>
                </a:defRPr>
              </a:lvl3pPr>
              <a:lvl4pPr marL="1600200" indent="-228600" defTabSz="852488" eaLnBrk="0" hangingPunct="0">
                <a:defRPr sz="800">
                  <a:solidFill>
                    <a:schemeClr val="tx1"/>
                  </a:solidFill>
                  <a:latin typeface="Arial" charset="0"/>
                  <a:ea typeface="华文楷体" pitchFamily="2" charset="-122"/>
                </a:defRPr>
              </a:lvl4pPr>
              <a:lvl5pPr marL="2057400" indent="-228600" defTabSz="852488" eaLnBrk="0" hangingPunct="0">
                <a:defRPr sz="800">
                  <a:solidFill>
                    <a:schemeClr val="tx1"/>
                  </a:solidFill>
                  <a:latin typeface="Arial" charset="0"/>
                  <a:ea typeface="华文楷体" pitchFamily="2" charset="-122"/>
                </a:defRPr>
              </a:lvl5pPr>
              <a:lvl6pPr marL="2514600" indent="-228600" defTabSz="852488" eaLnBrk="0" fontAlgn="base" hangingPunct="0">
                <a:spcBef>
                  <a:spcPct val="0"/>
                </a:spcBef>
                <a:spcAft>
                  <a:spcPct val="0"/>
                </a:spcAft>
                <a:defRPr sz="800">
                  <a:solidFill>
                    <a:schemeClr val="tx1"/>
                  </a:solidFill>
                  <a:latin typeface="Arial" charset="0"/>
                  <a:ea typeface="华文楷体" pitchFamily="2" charset="-122"/>
                </a:defRPr>
              </a:lvl6pPr>
              <a:lvl7pPr marL="2971800" indent="-228600" defTabSz="852488" eaLnBrk="0" fontAlgn="base" hangingPunct="0">
                <a:spcBef>
                  <a:spcPct val="0"/>
                </a:spcBef>
                <a:spcAft>
                  <a:spcPct val="0"/>
                </a:spcAft>
                <a:defRPr sz="800">
                  <a:solidFill>
                    <a:schemeClr val="tx1"/>
                  </a:solidFill>
                  <a:latin typeface="Arial" charset="0"/>
                  <a:ea typeface="华文楷体" pitchFamily="2" charset="-122"/>
                </a:defRPr>
              </a:lvl7pPr>
              <a:lvl8pPr marL="3429000" indent="-228600" defTabSz="852488" eaLnBrk="0" fontAlgn="base" hangingPunct="0">
                <a:spcBef>
                  <a:spcPct val="0"/>
                </a:spcBef>
                <a:spcAft>
                  <a:spcPct val="0"/>
                </a:spcAft>
                <a:defRPr sz="800">
                  <a:solidFill>
                    <a:schemeClr val="tx1"/>
                  </a:solidFill>
                  <a:latin typeface="Arial" charset="0"/>
                  <a:ea typeface="华文楷体" pitchFamily="2" charset="-122"/>
                </a:defRPr>
              </a:lvl8pPr>
              <a:lvl9pPr marL="3886200" indent="-228600" defTabSz="852488" eaLnBrk="0" fontAlgn="base" hangingPunct="0">
                <a:spcBef>
                  <a:spcPct val="0"/>
                </a:spcBef>
                <a:spcAft>
                  <a:spcPct val="0"/>
                </a:spcAft>
                <a:defRPr sz="800">
                  <a:solidFill>
                    <a:schemeClr val="tx1"/>
                  </a:solidFill>
                  <a:latin typeface="Arial" charset="0"/>
                  <a:ea typeface="华文楷体" pitchFamily="2" charset="-122"/>
                </a:defRPr>
              </a:lvl9pPr>
            </a:lstStyle>
            <a:p>
              <a:pPr>
                <a:defRPr/>
              </a:pPr>
              <a:r>
                <a:rPr lang="en-US" altLang="zh-CN" sz="1224">
                  <a:solidFill>
                    <a:srgbClr val="000000"/>
                  </a:solidFill>
                  <a:ea typeface="宋体" pitchFamily="2" charset="-122"/>
                </a:rPr>
                <a:t>Legend</a:t>
              </a:r>
            </a:p>
          </p:txBody>
        </p:sp>
        <p:sp>
          <p:nvSpPr>
            <p:cNvPr id="32" name="Rectangle 38" hidden="1"/>
            <p:cNvSpPr>
              <a:spLocks noChangeArrowheads="1"/>
            </p:cNvSpPr>
            <p:nvPr userDrawn="1"/>
          </p:nvSpPr>
          <p:spPr bwMode="gray">
            <a:xfrm>
              <a:off x="5186" y="649"/>
              <a:ext cx="245"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852488" eaLnBrk="0" hangingPunct="0">
                <a:defRPr sz="800">
                  <a:solidFill>
                    <a:schemeClr val="tx1"/>
                  </a:solidFill>
                  <a:latin typeface="Arial" charset="0"/>
                  <a:ea typeface="华文楷体" pitchFamily="2" charset="-122"/>
                </a:defRPr>
              </a:lvl1pPr>
              <a:lvl2pPr marL="742950" indent="-285750" defTabSz="852488" eaLnBrk="0" hangingPunct="0">
                <a:defRPr sz="800">
                  <a:solidFill>
                    <a:schemeClr val="tx1"/>
                  </a:solidFill>
                  <a:latin typeface="Arial" charset="0"/>
                  <a:ea typeface="华文楷体" pitchFamily="2" charset="-122"/>
                </a:defRPr>
              </a:lvl2pPr>
              <a:lvl3pPr marL="1143000" indent="-228600" defTabSz="852488" eaLnBrk="0" hangingPunct="0">
                <a:defRPr sz="800">
                  <a:solidFill>
                    <a:schemeClr val="tx1"/>
                  </a:solidFill>
                  <a:latin typeface="Arial" charset="0"/>
                  <a:ea typeface="华文楷体" pitchFamily="2" charset="-122"/>
                </a:defRPr>
              </a:lvl3pPr>
              <a:lvl4pPr marL="1600200" indent="-228600" defTabSz="852488" eaLnBrk="0" hangingPunct="0">
                <a:defRPr sz="800">
                  <a:solidFill>
                    <a:schemeClr val="tx1"/>
                  </a:solidFill>
                  <a:latin typeface="Arial" charset="0"/>
                  <a:ea typeface="华文楷体" pitchFamily="2" charset="-122"/>
                </a:defRPr>
              </a:lvl4pPr>
              <a:lvl5pPr marL="2057400" indent="-228600" defTabSz="852488" eaLnBrk="0" hangingPunct="0">
                <a:defRPr sz="800">
                  <a:solidFill>
                    <a:schemeClr val="tx1"/>
                  </a:solidFill>
                  <a:latin typeface="Arial" charset="0"/>
                  <a:ea typeface="华文楷体" pitchFamily="2" charset="-122"/>
                </a:defRPr>
              </a:lvl5pPr>
              <a:lvl6pPr marL="2514600" indent="-228600" defTabSz="852488" eaLnBrk="0" fontAlgn="base" hangingPunct="0">
                <a:spcBef>
                  <a:spcPct val="0"/>
                </a:spcBef>
                <a:spcAft>
                  <a:spcPct val="0"/>
                </a:spcAft>
                <a:defRPr sz="800">
                  <a:solidFill>
                    <a:schemeClr val="tx1"/>
                  </a:solidFill>
                  <a:latin typeface="Arial" charset="0"/>
                  <a:ea typeface="华文楷体" pitchFamily="2" charset="-122"/>
                </a:defRPr>
              </a:lvl6pPr>
              <a:lvl7pPr marL="2971800" indent="-228600" defTabSz="852488" eaLnBrk="0" fontAlgn="base" hangingPunct="0">
                <a:spcBef>
                  <a:spcPct val="0"/>
                </a:spcBef>
                <a:spcAft>
                  <a:spcPct val="0"/>
                </a:spcAft>
                <a:defRPr sz="800">
                  <a:solidFill>
                    <a:schemeClr val="tx1"/>
                  </a:solidFill>
                  <a:latin typeface="Arial" charset="0"/>
                  <a:ea typeface="华文楷体" pitchFamily="2" charset="-122"/>
                </a:defRPr>
              </a:lvl7pPr>
              <a:lvl8pPr marL="3429000" indent="-228600" defTabSz="852488" eaLnBrk="0" fontAlgn="base" hangingPunct="0">
                <a:spcBef>
                  <a:spcPct val="0"/>
                </a:spcBef>
                <a:spcAft>
                  <a:spcPct val="0"/>
                </a:spcAft>
                <a:defRPr sz="800">
                  <a:solidFill>
                    <a:schemeClr val="tx1"/>
                  </a:solidFill>
                  <a:latin typeface="Arial" charset="0"/>
                  <a:ea typeface="华文楷体" pitchFamily="2" charset="-122"/>
                </a:defRPr>
              </a:lvl8pPr>
              <a:lvl9pPr marL="3886200" indent="-228600" defTabSz="852488" eaLnBrk="0" fontAlgn="base" hangingPunct="0">
                <a:spcBef>
                  <a:spcPct val="0"/>
                </a:spcBef>
                <a:spcAft>
                  <a:spcPct val="0"/>
                </a:spcAft>
                <a:defRPr sz="800">
                  <a:solidFill>
                    <a:schemeClr val="tx1"/>
                  </a:solidFill>
                  <a:latin typeface="Arial" charset="0"/>
                  <a:ea typeface="华文楷体" pitchFamily="2" charset="-122"/>
                </a:defRPr>
              </a:lvl9pPr>
            </a:lstStyle>
            <a:p>
              <a:pPr>
                <a:defRPr/>
              </a:pPr>
              <a:r>
                <a:rPr lang="en-US" altLang="zh-CN" sz="1224">
                  <a:solidFill>
                    <a:srgbClr val="000000"/>
                  </a:solidFill>
                  <a:ea typeface="宋体" pitchFamily="2" charset="-122"/>
                </a:rPr>
                <a:t>Legend</a:t>
              </a:r>
            </a:p>
          </p:txBody>
        </p:sp>
        <p:sp>
          <p:nvSpPr>
            <p:cNvPr id="33" name="Rectangle 39" hidden="1"/>
            <p:cNvSpPr>
              <a:spLocks noChangeArrowheads="1"/>
            </p:cNvSpPr>
            <p:nvPr userDrawn="1"/>
          </p:nvSpPr>
          <p:spPr bwMode="gray">
            <a:xfrm>
              <a:off x="5186" y="805"/>
              <a:ext cx="245"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852488" eaLnBrk="0" hangingPunct="0">
                <a:defRPr sz="800">
                  <a:solidFill>
                    <a:schemeClr val="tx1"/>
                  </a:solidFill>
                  <a:latin typeface="Arial" charset="0"/>
                  <a:ea typeface="华文楷体" pitchFamily="2" charset="-122"/>
                </a:defRPr>
              </a:lvl1pPr>
              <a:lvl2pPr marL="742950" indent="-285750" defTabSz="852488" eaLnBrk="0" hangingPunct="0">
                <a:defRPr sz="800">
                  <a:solidFill>
                    <a:schemeClr val="tx1"/>
                  </a:solidFill>
                  <a:latin typeface="Arial" charset="0"/>
                  <a:ea typeface="华文楷体" pitchFamily="2" charset="-122"/>
                </a:defRPr>
              </a:lvl2pPr>
              <a:lvl3pPr marL="1143000" indent="-228600" defTabSz="852488" eaLnBrk="0" hangingPunct="0">
                <a:defRPr sz="800">
                  <a:solidFill>
                    <a:schemeClr val="tx1"/>
                  </a:solidFill>
                  <a:latin typeface="Arial" charset="0"/>
                  <a:ea typeface="华文楷体" pitchFamily="2" charset="-122"/>
                </a:defRPr>
              </a:lvl3pPr>
              <a:lvl4pPr marL="1600200" indent="-228600" defTabSz="852488" eaLnBrk="0" hangingPunct="0">
                <a:defRPr sz="800">
                  <a:solidFill>
                    <a:schemeClr val="tx1"/>
                  </a:solidFill>
                  <a:latin typeface="Arial" charset="0"/>
                  <a:ea typeface="华文楷体" pitchFamily="2" charset="-122"/>
                </a:defRPr>
              </a:lvl4pPr>
              <a:lvl5pPr marL="2057400" indent="-228600" defTabSz="852488" eaLnBrk="0" hangingPunct="0">
                <a:defRPr sz="800">
                  <a:solidFill>
                    <a:schemeClr val="tx1"/>
                  </a:solidFill>
                  <a:latin typeface="Arial" charset="0"/>
                  <a:ea typeface="华文楷体" pitchFamily="2" charset="-122"/>
                </a:defRPr>
              </a:lvl5pPr>
              <a:lvl6pPr marL="2514600" indent="-228600" defTabSz="852488" eaLnBrk="0" fontAlgn="base" hangingPunct="0">
                <a:spcBef>
                  <a:spcPct val="0"/>
                </a:spcBef>
                <a:spcAft>
                  <a:spcPct val="0"/>
                </a:spcAft>
                <a:defRPr sz="800">
                  <a:solidFill>
                    <a:schemeClr val="tx1"/>
                  </a:solidFill>
                  <a:latin typeface="Arial" charset="0"/>
                  <a:ea typeface="华文楷体" pitchFamily="2" charset="-122"/>
                </a:defRPr>
              </a:lvl6pPr>
              <a:lvl7pPr marL="2971800" indent="-228600" defTabSz="852488" eaLnBrk="0" fontAlgn="base" hangingPunct="0">
                <a:spcBef>
                  <a:spcPct val="0"/>
                </a:spcBef>
                <a:spcAft>
                  <a:spcPct val="0"/>
                </a:spcAft>
                <a:defRPr sz="800">
                  <a:solidFill>
                    <a:schemeClr val="tx1"/>
                  </a:solidFill>
                  <a:latin typeface="Arial" charset="0"/>
                  <a:ea typeface="华文楷体" pitchFamily="2" charset="-122"/>
                </a:defRPr>
              </a:lvl7pPr>
              <a:lvl8pPr marL="3429000" indent="-228600" defTabSz="852488" eaLnBrk="0" fontAlgn="base" hangingPunct="0">
                <a:spcBef>
                  <a:spcPct val="0"/>
                </a:spcBef>
                <a:spcAft>
                  <a:spcPct val="0"/>
                </a:spcAft>
                <a:defRPr sz="800">
                  <a:solidFill>
                    <a:schemeClr val="tx1"/>
                  </a:solidFill>
                  <a:latin typeface="Arial" charset="0"/>
                  <a:ea typeface="华文楷体" pitchFamily="2" charset="-122"/>
                </a:defRPr>
              </a:lvl8pPr>
              <a:lvl9pPr marL="3886200" indent="-228600" defTabSz="852488" eaLnBrk="0" fontAlgn="base" hangingPunct="0">
                <a:spcBef>
                  <a:spcPct val="0"/>
                </a:spcBef>
                <a:spcAft>
                  <a:spcPct val="0"/>
                </a:spcAft>
                <a:defRPr sz="800">
                  <a:solidFill>
                    <a:schemeClr val="tx1"/>
                  </a:solidFill>
                  <a:latin typeface="Arial" charset="0"/>
                  <a:ea typeface="华文楷体" pitchFamily="2" charset="-122"/>
                </a:defRPr>
              </a:lvl9pPr>
            </a:lstStyle>
            <a:p>
              <a:pPr>
                <a:defRPr/>
              </a:pPr>
              <a:r>
                <a:rPr lang="en-US" altLang="zh-CN" sz="1224">
                  <a:solidFill>
                    <a:srgbClr val="000000"/>
                  </a:solidFill>
                  <a:ea typeface="宋体" pitchFamily="2" charset="-122"/>
                </a:rPr>
                <a:t>Legend</a:t>
              </a:r>
            </a:p>
          </p:txBody>
        </p:sp>
      </p:grpSp>
      <p:grpSp>
        <p:nvGrpSpPr>
          <p:cNvPr id="44" name="McK Legend Lines" hidden="1"/>
          <p:cNvGrpSpPr>
            <a:grpSpLocks/>
          </p:cNvGrpSpPr>
          <p:nvPr>
            <p:custDataLst>
              <p:tags r:id="rId5"/>
            </p:custDataLst>
          </p:nvPr>
        </p:nvGrpSpPr>
        <p:grpSpPr bwMode="auto">
          <a:xfrm>
            <a:off x="10542509" y="824643"/>
            <a:ext cx="1252104" cy="685341"/>
            <a:chOff x="4840" y="179"/>
            <a:chExt cx="591" cy="431"/>
          </a:xfrm>
        </p:grpSpPr>
        <p:sp>
          <p:nvSpPr>
            <p:cNvPr id="45" name="LineLegend1" hidden="1"/>
            <p:cNvSpPr>
              <a:spLocks noChangeShapeType="1"/>
            </p:cNvSpPr>
            <p:nvPr userDrawn="1"/>
          </p:nvSpPr>
          <p:spPr bwMode="gray">
            <a:xfrm>
              <a:off x="4840" y="239"/>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224"/>
            </a:p>
          </p:txBody>
        </p:sp>
        <p:sp>
          <p:nvSpPr>
            <p:cNvPr id="46" name="LineLegend2" hidden="1"/>
            <p:cNvSpPr>
              <a:spLocks noChangeShapeType="1"/>
            </p:cNvSpPr>
            <p:nvPr userDrawn="1"/>
          </p:nvSpPr>
          <p:spPr bwMode="gray">
            <a:xfrm>
              <a:off x="4840" y="397"/>
              <a:ext cx="288"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sz="1224"/>
            </a:p>
          </p:txBody>
        </p:sp>
        <p:sp>
          <p:nvSpPr>
            <p:cNvPr id="47" name="LineLegend3" hidden="1"/>
            <p:cNvSpPr>
              <a:spLocks noChangeShapeType="1"/>
            </p:cNvSpPr>
            <p:nvPr userDrawn="1"/>
          </p:nvSpPr>
          <p:spPr bwMode="gray">
            <a:xfrm>
              <a:off x="4840" y="547"/>
              <a:ext cx="288" cy="0"/>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sz="1224"/>
            </a:p>
          </p:txBody>
        </p:sp>
        <p:sp>
          <p:nvSpPr>
            <p:cNvPr id="48" name="Rectangle 44" hidden="1"/>
            <p:cNvSpPr>
              <a:spLocks noChangeArrowheads="1"/>
            </p:cNvSpPr>
            <p:nvPr userDrawn="1"/>
          </p:nvSpPr>
          <p:spPr bwMode="gray">
            <a:xfrm>
              <a:off x="5186" y="179"/>
              <a:ext cx="245"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852488" eaLnBrk="0" hangingPunct="0">
                <a:defRPr sz="800">
                  <a:solidFill>
                    <a:schemeClr val="tx1"/>
                  </a:solidFill>
                  <a:latin typeface="Arial" charset="0"/>
                  <a:ea typeface="华文楷体" pitchFamily="2" charset="-122"/>
                </a:defRPr>
              </a:lvl1pPr>
              <a:lvl2pPr marL="742950" indent="-285750" defTabSz="852488" eaLnBrk="0" hangingPunct="0">
                <a:defRPr sz="800">
                  <a:solidFill>
                    <a:schemeClr val="tx1"/>
                  </a:solidFill>
                  <a:latin typeface="Arial" charset="0"/>
                  <a:ea typeface="华文楷体" pitchFamily="2" charset="-122"/>
                </a:defRPr>
              </a:lvl2pPr>
              <a:lvl3pPr marL="1143000" indent="-228600" defTabSz="852488" eaLnBrk="0" hangingPunct="0">
                <a:defRPr sz="800">
                  <a:solidFill>
                    <a:schemeClr val="tx1"/>
                  </a:solidFill>
                  <a:latin typeface="Arial" charset="0"/>
                  <a:ea typeface="华文楷体" pitchFamily="2" charset="-122"/>
                </a:defRPr>
              </a:lvl3pPr>
              <a:lvl4pPr marL="1600200" indent="-228600" defTabSz="852488" eaLnBrk="0" hangingPunct="0">
                <a:defRPr sz="800">
                  <a:solidFill>
                    <a:schemeClr val="tx1"/>
                  </a:solidFill>
                  <a:latin typeface="Arial" charset="0"/>
                  <a:ea typeface="华文楷体" pitchFamily="2" charset="-122"/>
                </a:defRPr>
              </a:lvl4pPr>
              <a:lvl5pPr marL="2057400" indent="-228600" defTabSz="852488" eaLnBrk="0" hangingPunct="0">
                <a:defRPr sz="800">
                  <a:solidFill>
                    <a:schemeClr val="tx1"/>
                  </a:solidFill>
                  <a:latin typeface="Arial" charset="0"/>
                  <a:ea typeface="华文楷体" pitchFamily="2" charset="-122"/>
                </a:defRPr>
              </a:lvl5pPr>
              <a:lvl6pPr marL="2514600" indent="-228600" defTabSz="852488" eaLnBrk="0" fontAlgn="base" hangingPunct="0">
                <a:spcBef>
                  <a:spcPct val="0"/>
                </a:spcBef>
                <a:spcAft>
                  <a:spcPct val="0"/>
                </a:spcAft>
                <a:defRPr sz="800">
                  <a:solidFill>
                    <a:schemeClr val="tx1"/>
                  </a:solidFill>
                  <a:latin typeface="Arial" charset="0"/>
                  <a:ea typeface="华文楷体" pitchFamily="2" charset="-122"/>
                </a:defRPr>
              </a:lvl6pPr>
              <a:lvl7pPr marL="2971800" indent="-228600" defTabSz="852488" eaLnBrk="0" fontAlgn="base" hangingPunct="0">
                <a:spcBef>
                  <a:spcPct val="0"/>
                </a:spcBef>
                <a:spcAft>
                  <a:spcPct val="0"/>
                </a:spcAft>
                <a:defRPr sz="800">
                  <a:solidFill>
                    <a:schemeClr val="tx1"/>
                  </a:solidFill>
                  <a:latin typeface="Arial" charset="0"/>
                  <a:ea typeface="华文楷体" pitchFamily="2" charset="-122"/>
                </a:defRPr>
              </a:lvl7pPr>
              <a:lvl8pPr marL="3429000" indent="-228600" defTabSz="852488" eaLnBrk="0" fontAlgn="base" hangingPunct="0">
                <a:spcBef>
                  <a:spcPct val="0"/>
                </a:spcBef>
                <a:spcAft>
                  <a:spcPct val="0"/>
                </a:spcAft>
                <a:defRPr sz="800">
                  <a:solidFill>
                    <a:schemeClr val="tx1"/>
                  </a:solidFill>
                  <a:latin typeface="Arial" charset="0"/>
                  <a:ea typeface="华文楷体" pitchFamily="2" charset="-122"/>
                </a:defRPr>
              </a:lvl8pPr>
              <a:lvl9pPr marL="3886200" indent="-228600" defTabSz="852488" eaLnBrk="0" fontAlgn="base" hangingPunct="0">
                <a:spcBef>
                  <a:spcPct val="0"/>
                </a:spcBef>
                <a:spcAft>
                  <a:spcPct val="0"/>
                </a:spcAft>
                <a:defRPr sz="800">
                  <a:solidFill>
                    <a:schemeClr val="tx1"/>
                  </a:solidFill>
                  <a:latin typeface="Arial" charset="0"/>
                  <a:ea typeface="华文楷体" pitchFamily="2" charset="-122"/>
                </a:defRPr>
              </a:lvl9pPr>
            </a:lstStyle>
            <a:p>
              <a:pPr>
                <a:defRPr/>
              </a:pPr>
              <a:r>
                <a:rPr lang="en-US" altLang="zh-CN" sz="1224">
                  <a:solidFill>
                    <a:srgbClr val="000000"/>
                  </a:solidFill>
                  <a:ea typeface="宋体" pitchFamily="2" charset="-122"/>
                </a:rPr>
                <a:t>Legend</a:t>
              </a:r>
            </a:p>
          </p:txBody>
        </p:sp>
        <p:sp>
          <p:nvSpPr>
            <p:cNvPr id="49" name="Rectangle 45" hidden="1"/>
            <p:cNvSpPr>
              <a:spLocks noChangeArrowheads="1"/>
            </p:cNvSpPr>
            <p:nvPr userDrawn="1"/>
          </p:nvSpPr>
          <p:spPr bwMode="gray">
            <a:xfrm>
              <a:off x="5186" y="335"/>
              <a:ext cx="245"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852488" eaLnBrk="0" hangingPunct="0">
                <a:defRPr sz="800">
                  <a:solidFill>
                    <a:schemeClr val="tx1"/>
                  </a:solidFill>
                  <a:latin typeface="Arial" charset="0"/>
                  <a:ea typeface="华文楷体" pitchFamily="2" charset="-122"/>
                </a:defRPr>
              </a:lvl1pPr>
              <a:lvl2pPr marL="742950" indent="-285750" defTabSz="852488" eaLnBrk="0" hangingPunct="0">
                <a:defRPr sz="800">
                  <a:solidFill>
                    <a:schemeClr val="tx1"/>
                  </a:solidFill>
                  <a:latin typeface="Arial" charset="0"/>
                  <a:ea typeface="华文楷体" pitchFamily="2" charset="-122"/>
                </a:defRPr>
              </a:lvl2pPr>
              <a:lvl3pPr marL="1143000" indent="-228600" defTabSz="852488" eaLnBrk="0" hangingPunct="0">
                <a:defRPr sz="800">
                  <a:solidFill>
                    <a:schemeClr val="tx1"/>
                  </a:solidFill>
                  <a:latin typeface="Arial" charset="0"/>
                  <a:ea typeface="华文楷体" pitchFamily="2" charset="-122"/>
                </a:defRPr>
              </a:lvl3pPr>
              <a:lvl4pPr marL="1600200" indent="-228600" defTabSz="852488" eaLnBrk="0" hangingPunct="0">
                <a:defRPr sz="800">
                  <a:solidFill>
                    <a:schemeClr val="tx1"/>
                  </a:solidFill>
                  <a:latin typeface="Arial" charset="0"/>
                  <a:ea typeface="华文楷体" pitchFamily="2" charset="-122"/>
                </a:defRPr>
              </a:lvl4pPr>
              <a:lvl5pPr marL="2057400" indent="-228600" defTabSz="852488" eaLnBrk="0" hangingPunct="0">
                <a:defRPr sz="800">
                  <a:solidFill>
                    <a:schemeClr val="tx1"/>
                  </a:solidFill>
                  <a:latin typeface="Arial" charset="0"/>
                  <a:ea typeface="华文楷体" pitchFamily="2" charset="-122"/>
                </a:defRPr>
              </a:lvl5pPr>
              <a:lvl6pPr marL="2514600" indent="-228600" defTabSz="852488" eaLnBrk="0" fontAlgn="base" hangingPunct="0">
                <a:spcBef>
                  <a:spcPct val="0"/>
                </a:spcBef>
                <a:spcAft>
                  <a:spcPct val="0"/>
                </a:spcAft>
                <a:defRPr sz="800">
                  <a:solidFill>
                    <a:schemeClr val="tx1"/>
                  </a:solidFill>
                  <a:latin typeface="Arial" charset="0"/>
                  <a:ea typeface="华文楷体" pitchFamily="2" charset="-122"/>
                </a:defRPr>
              </a:lvl6pPr>
              <a:lvl7pPr marL="2971800" indent="-228600" defTabSz="852488" eaLnBrk="0" fontAlgn="base" hangingPunct="0">
                <a:spcBef>
                  <a:spcPct val="0"/>
                </a:spcBef>
                <a:spcAft>
                  <a:spcPct val="0"/>
                </a:spcAft>
                <a:defRPr sz="800">
                  <a:solidFill>
                    <a:schemeClr val="tx1"/>
                  </a:solidFill>
                  <a:latin typeface="Arial" charset="0"/>
                  <a:ea typeface="华文楷体" pitchFamily="2" charset="-122"/>
                </a:defRPr>
              </a:lvl7pPr>
              <a:lvl8pPr marL="3429000" indent="-228600" defTabSz="852488" eaLnBrk="0" fontAlgn="base" hangingPunct="0">
                <a:spcBef>
                  <a:spcPct val="0"/>
                </a:spcBef>
                <a:spcAft>
                  <a:spcPct val="0"/>
                </a:spcAft>
                <a:defRPr sz="800">
                  <a:solidFill>
                    <a:schemeClr val="tx1"/>
                  </a:solidFill>
                  <a:latin typeface="Arial" charset="0"/>
                  <a:ea typeface="华文楷体" pitchFamily="2" charset="-122"/>
                </a:defRPr>
              </a:lvl8pPr>
              <a:lvl9pPr marL="3886200" indent="-228600" defTabSz="852488" eaLnBrk="0" fontAlgn="base" hangingPunct="0">
                <a:spcBef>
                  <a:spcPct val="0"/>
                </a:spcBef>
                <a:spcAft>
                  <a:spcPct val="0"/>
                </a:spcAft>
                <a:defRPr sz="800">
                  <a:solidFill>
                    <a:schemeClr val="tx1"/>
                  </a:solidFill>
                  <a:latin typeface="Arial" charset="0"/>
                  <a:ea typeface="华文楷体" pitchFamily="2" charset="-122"/>
                </a:defRPr>
              </a:lvl9pPr>
            </a:lstStyle>
            <a:p>
              <a:pPr>
                <a:defRPr/>
              </a:pPr>
              <a:r>
                <a:rPr lang="en-US" altLang="zh-CN" sz="1224">
                  <a:solidFill>
                    <a:srgbClr val="000000"/>
                  </a:solidFill>
                  <a:ea typeface="宋体" pitchFamily="2" charset="-122"/>
                </a:rPr>
                <a:t>Legend</a:t>
              </a:r>
            </a:p>
          </p:txBody>
        </p:sp>
        <p:sp>
          <p:nvSpPr>
            <p:cNvPr id="50" name="Rectangle 46" hidden="1"/>
            <p:cNvSpPr>
              <a:spLocks noChangeArrowheads="1"/>
            </p:cNvSpPr>
            <p:nvPr userDrawn="1"/>
          </p:nvSpPr>
          <p:spPr bwMode="gray">
            <a:xfrm>
              <a:off x="5186" y="492"/>
              <a:ext cx="245"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852488" eaLnBrk="0" hangingPunct="0">
                <a:defRPr sz="800">
                  <a:solidFill>
                    <a:schemeClr val="tx1"/>
                  </a:solidFill>
                  <a:latin typeface="Arial" charset="0"/>
                  <a:ea typeface="华文楷体" pitchFamily="2" charset="-122"/>
                </a:defRPr>
              </a:lvl1pPr>
              <a:lvl2pPr marL="742950" indent="-285750" defTabSz="852488" eaLnBrk="0" hangingPunct="0">
                <a:defRPr sz="800">
                  <a:solidFill>
                    <a:schemeClr val="tx1"/>
                  </a:solidFill>
                  <a:latin typeface="Arial" charset="0"/>
                  <a:ea typeface="华文楷体" pitchFamily="2" charset="-122"/>
                </a:defRPr>
              </a:lvl2pPr>
              <a:lvl3pPr marL="1143000" indent="-228600" defTabSz="852488" eaLnBrk="0" hangingPunct="0">
                <a:defRPr sz="800">
                  <a:solidFill>
                    <a:schemeClr val="tx1"/>
                  </a:solidFill>
                  <a:latin typeface="Arial" charset="0"/>
                  <a:ea typeface="华文楷体" pitchFamily="2" charset="-122"/>
                </a:defRPr>
              </a:lvl3pPr>
              <a:lvl4pPr marL="1600200" indent="-228600" defTabSz="852488" eaLnBrk="0" hangingPunct="0">
                <a:defRPr sz="800">
                  <a:solidFill>
                    <a:schemeClr val="tx1"/>
                  </a:solidFill>
                  <a:latin typeface="Arial" charset="0"/>
                  <a:ea typeface="华文楷体" pitchFamily="2" charset="-122"/>
                </a:defRPr>
              </a:lvl4pPr>
              <a:lvl5pPr marL="2057400" indent="-228600" defTabSz="852488" eaLnBrk="0" hangingPunct="0">
                <a:defRPr sz="800">
                  <a:solidFill>
                    <a:schemeClr val="tx1"/>
                  </a:solidFill>
                  <a:latin typeface="Arial" charset="0"/>
                  <a:ea typeface="华文楷体" pitchFamily="2" charset="-122"/>
                </a:defRPr>
              </a:lvl5pPr>
              <a:lvl6pPr marL="2514600" indent="-228600" defTabSz="852488" eaLnBrk="0" fontAlgn="base" hangingPunct="0">
                <a:spcBef>
                  <a:spcPct val="0"/>
                </a:spcBef>
                <a:spcAft>
                  <a:spcPct val="0"/>
                </a:spcAft>
                <a:defRPr sz="800">
                  <a:solidFill>
                    <a:schemeClr val="tx1"/>
                  </a:solidFill>
                  <a:latin typeface="Arial" charset="0"/>
                  <a:ea typeface="华文楷体" pitchFamily="2" charset="-122"/>
                </a:defRPr>
              </a:lvl6pPr>
              <a:lvl7pPr marL="2971800" indent="-228600" defTabSz="852488" eaLnBrk="0" fontAlgn="base" hangingPunct="0">
                <a:spcBef>
                  <a:spcPct val="0"/>
                </a:spcBef>
                <a:spcAft>
                  <a:spcPct val="0"/>
                </a:spcAft>
                <a:defRPr sz="800">
                  <a:solidFill>
                    <a:schemeClr val="tx1"/>
                  </a:solidFill>
                  <a:latin typeface="Arial" charset="0"/>
                  <a:ea typeface="华文楷体" pitchFamily="2" charset="-122"/>
                </a:defRPr>
              </a:lvl7pPr>
              <a:lvl8pPr marL="3429000" indent="-228600" defTabSz="852488" eaLnBrk="0" fontAlgn="base" hangingPunct="0">
                <a:spcBef>
                  <a:spcPct val="0"/>
                </a:spcBef>
                <a:spcAft>
                  <a:spcPct val="0"/>
                </a:spcAft>
                <a:defRPr sz="800">
                  <a:solidFill>
                    <a:schemeClr val="tx1"/>
                  </a:solidFill>
                  <a:latin typeface="Arial" charset="0"/>
                  <a:ea typeface="华文楷体" pitchFamily="2" charset="-122"/>
                </a:defRPr>
              </a:lvl8pPr>
              <a:lvl9pPr marL="3886200" indent="-228600" defTabSz="852488" eaLnBrk="0" fontAlgn="base" hangingPunct="0">
                <a:spcBef>
                  <a:spcPct val="0"/>
                </a:spcBef>
                <a:spcAft>
                  <a:spcPct val="0"/>
                </a:spcAft>
                <a:defRPr sz="800">
                  <a:solidFill>
                    <a:schemeClr val="tx1"/>
                  </a:solidFill>
                  <a:latin typeface="Arial" charset="0"/>
                  <a:ea typeface="华文楷体" pitchFamily="2" charset="-122"/>
                </a:defRPr>
              </a:lvl9pPr>
            </a:lstStyle>
            <a:p>
              <a:pPr>
                <a:defRPr/>
              </a:pPr>
              <a:r>
                <a:rPr lang="en-US" altLang="zh-CN" sz="1224">
                  <a:solidFill>
                    <a:srgbClr val="000000"/>
                  </a:solidFill>
                  <a:ea typeface="宋体" pitchFamily="2" charset="-122"/>
                </a:rPr>
                <a:t>Legend</a:t>
              </a:r>
            </a:p>
          </p:txBody>
        </p:sp>
      </p:grpSp>
      <p:sp>
        <p:nvSpPr>
          <p:cNvPr id="51" name="Working Draft" hidden="1"/>
          <p:cNvSpPr txBox="1">
            <a:spLocks noChangeArrowheads="1"/>
          </p:cNvSpPr>
          <p:nvPr/>
        </p:nvSpPr>
        <p:spPr bwMode="auto">
          <a:xfrm rot="5400000">
            <a:off x="11221607" y="1972372"/>
            <a:ext cx="1782952" cy="94218"/>
          </a:xfrm>
          <a:prstGeom prst="rect">
            <a:avLst/>
          </a:prstGeom>
          <a:noFill/>
          <a:ln>
            <a:noFill/>
          </a:ln>
        </p:spPr>
        <p:txBody>
          <a:bodyPr wrap="none" lIns="0" tIns="0" rIns="0" bIns="0">
            <a:spAutoFit/>
          </a:bodyPr>
          <a:lstStyle>
            <a:lvl1pPr eaLnBrk="0" hangingPunct="0">
              <a:defRPr sz="800">
                <a:solidFill>
                  <a:schemeClr val="tx1"/>
                </a:solidFill>
                <a:latin typeface="Arial" charset="0"/>
                <a:ea typeface="华文楷体" pitchFamily="2" charset="-122"/>
              </a:defRPr>
            </a:lvl1pPr>
            <a:lvl2pPr marL="742950" indent="-285750" eaLnBrk="0" hangingPunct="0">
              <a:defRPr sz="800">
                <a:solidFill>
                  <a:schemeClr val="tx1"/>
                </a:solidFill>
                <a:latin typeface="Arial" charset="0"/>
                <a:ea typeface="华文楷体" pitchFamily="2" charset="-122"/>
              </a:defRPr>
            </a:lvl2pPr>
            <a:lvl3pPr marL="1143000" indent="-228600" eaLnBrk="0" hangingPunct="0">
              <a:defRPr sz="800">
                <a:solidFill>
                  <a:schemeClr val="tx1"/>
                </a:solidFill>
                <a:latin typeface="Arial" charset="0"/>
                <a:ea typeface="华文楷体" pitchFamily="2" charset="-122"/>
              </a:defRPr>
            </a:lvl3pPr>
            <a:lvl4pPr marL="1600200" indent="-228600" eaLnBrk="0" hangingPunct="0">
              <a:defRPr sz="800">
                <a:solidFill>
                  <a:schemeClr val="tx1"/>
                </a:solidFill>
                <a:latin typeface="Arial" charset="0"/>
                <a:ea typeface="华文楷体" pitchFamily="2" charset="-122"/>
              </a:defRPr>
            </a:lvl4pPr>
            <a:lvl5pPr marL="2057400" indent="-228600" eaLnBrk="0" hangingPunct="0">
              <a:defRPr sz="800">
                <a:solidFill>
                  <a:schemeClr val="tx1"/>
                </a:solidFill>
                <a:latin typeface="Arial" charset="0"/>
                <a:ea typeface="华文楷体" pitchFamily="2" charset="-122"/>
              </a:defRPr>
            </a:lvl5pPr>
            <a:lvl6pPr marL="2514600" indent="-228600" eaLnBrk="0" fontAlgn="base" hangingPunct="0">
              <a:spcBef>
                <a:spcPct val="0"/>
              </a:spcBef>
              <a:spcAft>
                <a:spcPct val="0"/>
              </a:spcAft>
              <a:defRPr sz="800">
                <a:solidFill>
                  <a:schemeClr val="tx1"/>
                </a:solidFill>
                <a:latin typeface="Arial" charset="0"/>
                <a:ea typeface="华文楷体" pitchFamily="2" charset="-122"/>
              </a:defRPr>
            </a:lvl6pPr>
            <a:lvl7pPr marL="2971800" indent="-228600" eaLnBrk="0" fontAlgn="base" hangingPunct="0">
              <a:spcBef>
                <a:spcPct val="0"/>
              </a:spcBef>
              <a:spcAft>
                <a:spcPct val="0"/>
              </a:spcAft>
              <a:defRPr sz="800">
                <a:solidFill>
                  <a:schemeClr val="tx1"/>
                </a:solidFill>
                <a:latin typeface="Arial" charset="0"/>
                <a:ea typeface="华文楷体" pitchFamily="2" charset="-122"/>
              </a:defRPr>
            </a:lvl7pPr>
            <a:lvl8pPr marL="3429000" indent="-228600" eaLnBrk="0" fontAlgn="base" hangingPunct="0">
              <a:spcBef>
                <a:spcPct val="0"/>
              </a:spcBef>
              <a:spcAft>
                <a:spcPct val="0"/>
              </a:spcAft>
              <a:defRPr sz="800">
                <a:solidFill>
                  <a:schemeClr val="tx1"/>
                </a:solidFill>
                <a:latin typeface="Arial" charset="0"/>
                <a:ea typeface="华文楷体" pitchFamily="2" charset="-122"/>
              </a:defRPr>
            </a:lvl8pPr>
            <a:lvl9pPr marL="3886200" indent="-228600" eaLnBrk="0" fontAlgn="base" hangingPunct="0">
              <a:spcBef>
                <a:spcPct val="0"/>
              </a:spcBef>
              <a:spcAft>
                <a:spcPct val="0"/>
              </a:spcAft>
              <a:defRPr sz="800">
                <a:solidFill>
                  <a:schemeClr val="tx1"/>
                </a:solidFill>
                <a:latin typeface="Arial" charset="0"/>
                <a:ea typeface="华文楷体" pitchFamily="2" charset="-122"/>
              </a:defRPr>
            </a:lvl9pPr>
          </a:lstStyle>
          <a:p>
            <a:pPr eaLnBrk="1" hangingPunct="1">
              <a:defRPr/>
            </a:pPr>
            <a:r>
              <a:rPr lang="en-US" altLang="zh-CN" sz="612" dirty="0">
                <a:solidFill>
                  <a:srgbClr val="000000"/>
                </a:solidFill>
              </a:rPr>
              <a:t>LastModified2/8/20133:22PMChinaStandardTime</a:t>
            </a:r>
            <a:endParaRPr lang="en-US" altLang="zh-CN" sz="612" dirty="0">
              <a:solidFill>
                <a:srgbClr val="000000"/>
              </a:solidFill>
              <a:ea typeface="宋体" pitchFamily="2" charset="-122"/>
            </a:endParaRPr>
          </a:p>
        </p:txBody>
      </p:sp>
      <p:sp>
        <p:nvSpPr>
          <p:cNvPr id="52" name="Printed" hidden="1"/>
          <p:cNvSpPr txBox="1">
            <a:spLocks noChangeArrowheads="1"/>
          </p:cNvSpPr>
          <p:nvPr/>
        </p:nvSpPr>
        <p:spPr bwMode="auto">
          <a:xfrm rot="5400000">
            <a:off x="11635276" y="4611548"/>
            <a:ext cx="955611" cy="94218"/>
          </a:xfrm>
          <a:prstGeom prst="rect">
            <a:avLst/>
          </a:prstGeom>
          <a:noFill/>
          <a:ln>
            <a:noFill/>
          </a:ln>
        </p:spPr>
        <p:txBody>
          <a:bodyPr wrap="none" lIns="0" tIns="0" rIns="0" bIns="0">
            <a:spAutoFit/>
          </a:bodyPr>
          <a:lstStyle>
            <a:lvl1pPr eaLnBrk="0" hangingPunct="0">
              <a:defRPr sz="800">
                <a:solidFill>
                  <a:schemeClr val="tx1"/>
                </a:solidFill>
                <a:latin typeface="Arial" charset="0"/>
                <a:ea typeface="华文楷体" pitchFamily="2" charset="-122"/>
              </a:defRPr>
            </a:lvl1pPr>
            <a:lvl2pPr marL="742950" indent="-285750" eaLnBrk="0" hangingPunct="0">
              <a:defRPr sz="800">
                <a:solidFill>
                  <a:schemeClr val="tx1"/>
                </a:solidFill>
                <a:latin typeface="Arial" charset="0"/>
                <a:ea typeface="华文楷体" pitchFamily="2" charset="-122"/>
              </a:defRPr>
            </a:lvl2pPr>
            <a:lvl3pPr marL="1143000" indent="-228600" eaLnBrk="0" hangingPunct="0">
              <a:defRPr sz="800">
                <a:solidFill>
                  <a:schemeClr val="tx1"/>
                </a:solidFill>
                <a:latin typeface="Arial" charset="0"/>
                <a:ea typeface="华文楷体" pitchFamily="2" charset="-122"/>
              </a:defRPr>
            </a:lvl3pPr>
            <a:lvl4pPr marL="1595438" indent="-223838" eaLnBrk="0" hangingPunct="0">
              <a:defRPr sz="800">
                <a:solidFill>
                  <a:schemeClr val="tx1"/>
                </a:solidFill>
                <a:latin typeface="Arial" charset="0"/>
                <a:ea typeface="华文楷体" pitchFamily="2" charset="-122"/>
              </a:defRPr>
            </a:lvl4pPr>
            <a:lvl5pPr marL="2057400" indent="-228600" eaLnBrk="0" hangingPunct="0">
              <a:defRPr sz="800">
                <a:solidFill>
                  <a:schemeClr val="tx1"/>
                </a:solidFill>
                <a:latin typeface="Arial" charset="0"/>
                <a:ea typeface="华文楷体" pitchFamily="2" charset="-122"/>
              </a:defRPr>
            </a:lvl5pPr>
            <a:lvl6pPr marL="2514600" indent="-228600" algn="ctr" eaLnBrk="0" fontAlgn="base" hangingPunct="0">
              <a:spcBef>
                <a:spcPct val="0"/>
              </a:spcBef>
              <a:spcAft>
                <a:spcPct val="0"/>
              </a:spcAft>
              <a:defRPr sz="800">
                <a:solidFill>
                  <a:schemeClr val="tx1"/>
                </a:solidFill>
                <a:latin typeface="Arial" charset="0"/>
                <a:ea typeface="华文楷体" pitchFamily="2" charset="-122"/>
              </a:defRPr>
            </a:lvl6pPr>
            <a:lvl7pPr marL="2971800" indent="-228600" algn="ctr" eaLnBrk="0" fontAlgn="base" hangingPunct="0">
              <a:spcBef>
                <a:spcPct val="0"/>
              </a:spcBef>
              <a:spcAft>
                <a:spcPct val="0"/>
              </a:spcAft>
              <a:defRPr sz="800">
                <a:solidFill>
                  <a:schemeClr val="tx1"/>
                </a:solidFill>
                <a:latin typeface="Arial" charset="0"/>
                <a:ea typeface="华文楷体" pitchFamily="2" charset="-122"/>
              </a:defRPr>
            </a:lvl7pPr>
            <a:lvl8pPr marL="3429000" indent="-228600" algn="ctr" eaLnBrk="0" fontAlgn="base" hangingPunct="0">
              <a:spcBef>
                <a:spcPct val="0"/>
              </a:spcBef>
              <a:spcAft>
                <a:spcPct val="0"/>
              </a:spcAft>
              <a:defRPr sz="800">
                <a:solidFill>
                  <a:schemeClr val="tx1"/>
                </a:solidFill>
                <a:latin typeface="Arial" charset="0"/>
                <a:ea typeface="华文楷体" pitchFamily="2" charset="-122"/>
              </a:defRPr>
            </a:lvl8pPr>
            <a:lvl9pPr marL="3886200" indent="-228600" algn="ctr" eaLnBrk="0" fontAlgn="base" hangingPunct="0">
              <a:spcBef>
                <a:spcPct val="0"/>
              </a:spcBef>
              <a:spcAft>
                <a:spcPct val="0"/>
              </a:spcAft>
              <a:defRPr sz="800">
                <a:solidFill>
                  <a:schemeClr val="tx1"/>
                </a:solidFill>
                <a:latin typeface="Arial" charset="0"/>
                <a:ea typeface="华文楷体" pitchFamily="2" charset="-122"/>
              </a:defRPr>
            </a:lvl9pPr>
          </a:lstStyle>
          <a:p>
            <a:pPr eaLnBrk="1" hangingPunct="1">
              <a:defRPr/>
            </a:pPr>
            <a:r>
              <a:rPr lang="en-US" altLang="zh-CN" sz="612" dirty="0">
                <a:solidFill>
                  <a:srgbClr val="000000"/>
                </a:solidFill>
                <a:ea typeface="宋体" pitchFamily="2" charset="-122"/>
              </a:rPr>
              <a:t>Printed1/5/20096:44:25AM</a:t>
            </a:r>
          </a:p>
        </p:txBody>
      </p:sp>
      <p:grpSp>
        <p:nvGrpSpPr>
          <p:cNvPr id="53" name="McK Slide Elements"/>
          <p:cNvGrpSpPr>
            <a:grpSpLocks/>
          </p:cNvGrpSpPr>
          <p:nvPr/>
        </p:nvGrpSpPr>
        <p:grpSpPr bwMode="auto">
          <a:xfrm>
            <a:off x="231160" y="790620"/>
            <a:ext cx="11730699" cy="5975002"/>
            <a:chOff x="107" y="488"/>
            <a:chExt cx="5430" cy="3688"/>
          </a:xfrm>
        </p:grpSpPr>
        <p:sp>
          <p:nvSpPr>
            <p:cNvPr id="54" name="McK Measure" hidden="1"/>
            <p:cNvSpPr txBox="1">
              <a:spLocks noChangeArrowheads="1"/>
            </p:cNvSpPr>
            <p:nvPr userDrawn="1"/>
          </p:nvSpPr>
          <p:spPr bwMode="gray">
            <a:xfrm>
              <a:off x="107" y="488"/>
              <a:ext cx="5430" cy="151"/>
            </a:xfrm>
            <a:prstGeom prst="rect">
              <a:avLst/>
            </a:prstGeom>
            <a:noFill/>
            <a:ln>
              <a:noFill/>
            </a:ln>
          </p:spPr>
          <p:txBody>
            <a:bodyPr lIns="0" tIns="0" rIns="0" bIns="0"/>
            <a:lstStyle>
              <a:lvl1pPr defTabSz="877888" eaLnBrk="0" hangingPunct="0">
                <a:tabLst>
                  <a:tab pos="404813" algn="l"/>
                </a:tabLst>
                <a:defRPr sz="800">
                  <a:solidFill>
                    <a:schemeClr val="tx1"/>
                  </a:solidFill>
                  <a:latin typeface="Arial" charset="0"/>
                  <a:ea typeface="华文楷体" pitchFamily="2" charset="-122"/>
                </a:defRPr>
              </a:lvl1pPr>
              <a:lvl2pPr marL="742950" indent="-285750" defTabSz="877888" eaLnBrk="0" hangingPunct="0">
                <a:tabLst>
                  <a:tab pos="404813" algn="l"/>
                </a:tabLst>
                <a:defRPr sz="800">
                  <a:solidFill>
                    <a:schemeClr val="tx1"/>
                  </a:solidFill>
                  <a:latin typeface="Arial" charset="0"/>
                  <a:ea typeface="华文楷体" pitchFamily="2" charset="-122"/>
                </a:defRPr>
              </a:lvl2pPr>
              <a:lvl3pPr marL="1143000" indent="-228600" defTabSz="877888" eaLnBrk="0" hangingPunct="0">
                <a:tabLst>
                  <a:tab pos="404813" algn="l"/>
                </a:tabLst>
                <a:defRPr sz="800">
                  <a:solidFill>
                    <a:schemeClr val="tx1"/>
                  </a:solidFill>
                  <a:latin typeface="Arial" charset="0"/>
                  <a:ea typeface="华文楷体" pitchFamily="2" charset="-122"/>
                </a:defRPr>
              </a:lvl3pPr>
              <a:lvl4pPr marL="1595438" indent="-223838" defTabSz="877888" eaLnBrk="0" hangingPunct="0">
                <a:tabLst>
                  <a:tab pos="404813" algn="l"/>
                </a:tabLst>
                <a:defRPr sz="800">
                  <a:solidFill>
                    <a:schemeClr val="tx1"/>
                  </a:solidFill>
                  <a:latin typeface="Arial" charset="0"/>
                  <a:ea typeface="华文楷体" pitchFamily="2" charset="-122"/>
                </a:defRPr>
              </a:lvl4pPr>
              <a:lvl5pPr marL="2057400" indent="-228600" defTabSz="877888" eaLnBrk="0" hangingPunct="0">
                <a:tabLst>
                  <a:tab pos="404813" algn="l"/>
                </a:tabLst>
                <a:defRPr sz="800">
                  <a:solidFill>
                    <a:schemeClr val="tx1"/>
                  </a:solidFill>
                  <a:latin typeface="Arial" charset="0"/>
                  <a:ea typeface="华文楷体" pitchFamily="2" charset="-122"/>
                </a:defRPr>
              </a:lvl5pPr>
              <a:lvl6pPr marL="2514600" indent="-228600" algn="ctr" defTabSz="877888" eaLnBrk="0" fontAlgn="base" hangingPunct="0">
                <a:spcBef>
                  <a:spcPct val="0"/>
                </a:spcBef>
                <a:spcAft>
                  <a:spcPct val="0"/>
                </a:spcAft>
                <a:tabLst>
                  <a:tab pos="404813" algn="l"/>
                </a:tabLst>
                <a:defRPr sz="800">
                  <a:solidFill>
                    <a:schemeClr val="tx1"/>
                  </a:solidFill>
                  <a:latin typeface="Arial" charset="0"/>
                  <a:ea typeface="华文楷体" pitchFamily="2" charset="-122"/>
                </a:defRPr>
              </a:lvl6pPr>
              <a:lvl7pPr marL="2971800" indent="-228600" algn="ctr" defTabSz="877888" eaLnBrk="0" fontAlgn="base" hangingPunct="0">
                <a:spcBef>
                  <a:spcPct val="0"/>
                </a:spcBef>
                <a:spcAft>
                  <a:spcPct val="0"/>
                </a:spcAft>
                <a:tabLst>
                  <a:tab pos="404813" algn="l"/>
                </a:tabLst>
                <a:defRPr sz="800">
                  <a:solidFill>
                    <a:schemeClr val="tx1"/>
                  </a:solidFill>
                  <a:latin typeface="Arial" charset="0"/>
                  <a:ea typeface="华文楷体" pitchFamily="2" charset="-122"/>
                </a:defRPr>
              </a:lvl7pPr>
              <a:lvl8pPr marL="3429000" indent="-228600" algn="ctr" defTabSz="877888" eaLnBrk="0" fontAlgn="base" hangingPunct="0">
                <a:spcBef>
                  <a:spcPct val="0"/>
                </a:spcBef>
                <a:spcAft>
                  <a:spcPct val="0"/>
                </a:spcAft>
                <a:tabLst>
                  <a:tab pos="404813" algn="l"/>
                </a:tabLst>
                <a:defRPr sz="800">
                  <a:solidFill>
                    <a:schemeClr val="tx1"/>
                  </a:solidFill>
                  <a:latin typeface="Arial" charset="0"/>
                  <a:ea typeface="华文楷体" pitchFamily="2" charset="-122"/>
                </a:defRPr>
              </a:lvl8pPr>
              <a:lvl9pPr marL="3886200" indent="-228600" algn="ctr" defTabSz="877888" eaLnBrk="0" fontAlgn="base" hangingPunct="0">
                <a:spcBef>
                  <a:spcPct val="0"/>
                </a:spcBef>
                <a:spcAft>
                  <a:spcPct val="0"/>
                </a:spcAft>
                <a:tabLst>
                  <a:tab pos="404813" algn="l"/>
                </a:tabLst>
                <a:defRPr sz="800">
                  <a:solidFill>
                    <a:schemeClr val="tx1"/>
                  </a:solidFill>
                  <a:latin typeface="Arial" charset="0"/>
                  <a:ea typeface="华文楷体" pitchFamily="2" charset="-122"/>
                </a:defRPr>
              </a:lvl9pPr>
            </a:lstStyle>
            <a:p>
              <a:pPr eaLnBrk="1" hangingPunct="1">
                <a:defRPr/>
              </a:pPr>
              <a:r>
                <a:rPr lang="en-US" altLang="zh-CN" sz="1633" dirty="0" err="1">
                  <a:solidFill>
                    <a:srgbClr val="000000"/>
                  </a:solidFill>
                  <a:ea typeface="宋体" pitchFamily="2" charset="-122"/>
                </a:rPr>
                <a:t>Unitofmeasure</a:t>
              </a:r>
              <a:endParaRPr lang="en-US" altLang="zh-CN" sz="1633" dirty="0">
                <a:solidFill>
                  <a:srgbClr val="000000"/>
                </a:solidFill>
                <a:ea typeface="宋体" pitchFamily="2" charset="-122"/>
              </a:endParaRPr>
            </a:p>
          </p:txBody>
        </p:sp>
        <p:sp>
          <p:nvSpPr>
            <p:cNvPr id="55" name="McK Footnote" hidden="1"/>
            <p:cNvSpPr txBox="1">
              <a:spLocks noChangeArrowheads="1"/>
            </p:cNvSpPr>
            <p:nvPr userDrawn="1"/>
          </p:nvSpPr>
          <p:spPr bwMode="auto">
            <a:xfrm>
              <a:off x="110" y="3688"/>
              <a:ext cx="5145" cy="178"/>
            </a:xfrm>
            <a:prstGeom prst="rect">
              <a:avLst/>
            </a:prstGeom>
            <a:noFill/>
            <a:ln>
              <a:noFill/>
            </a:ln>
          </p:spPr>
          <p:txBody>
            <a:bodyPr lIns="0" tIns="0" rIns="0" bIns="0" anchor="b">
              <a:spAutoFit/>
            </a:bodyPr>
            <a:lstStyle>
              <a:lvl1pPr marL="434975" indent="-434975" defTabSz="895350" eaLnBrk="0" hangingPunct="0">
                <a:tabLst>
                  <a:tab pos="384175" algn="r"/>
                </a:tabLst>
                <a:defRPr sz="800">
                  <a:solidFill>
                    <a:schemeClr val="tx1"/>
                  </a:solidFill>
                  <a:latin typeface="Arial" charset="0"/>
                  <a:ea typeface="华文楷体" pitchFamily="2" charset="-122"/>
                </a:defRPr>
              </a:lvl1pPr>
              <a:lvl2pPr marL="742950" indent="-285750" defTabSz="895350" eaLnBrk="0" hangingPunct="0">
                <a:tabLst>
                  <a:tab pos="384175" algn="r"/>
                </a:tabLst>
                <a:defRPr sz="800">
                  <a:solidFill>
                    <a:schemeClr val="tx1"/>
                  </a:solidFill>
                  <a:latin typeface="Arial" charset="0"/>
                  <a:ea typeface="华文楷体" pitchFamily="2" charset="-122"/>
                </a:defRPr>
              </a:lvl2pPr>
              <a:lvl3pPr marL="1143000" indent="-228600" defTabSz="895350" eaLnBrk="0" hangingPunct="0">
                <a:tabLst>
                  <a:tab pos="384175" algn="r"/>
                </a:tabLst>
                <a:defRPr sz="800">
                  <a:solidFill>
                    <a:schemeClr val="tx1"/>
                  </a:solidFill>
                  <a:latin typeface="Arial" charset="0"/>
                  <a:ea typeface="华文楷体" pitchFamily="2" charset="-122"/>
                </a:defRPr>
              </a:lvl3pPr>
              <a:lvl4pPr marL="1595438" indent="-223838" defTabSz="895350" eaLnBrk="0" hangingPunct="0">
                <a:tabLst>
                  <a:tab pos="384175" algn="r"/>
                </a:tabLst>
                <a:defRPr sz="800">
                  <a:solidFill>
                    <a:schemeClr val="tx1"/>
                  </a:solidFill>
                  <a:latin typeface="Arial" charset="0"/>
                  <a:ea typeface="华文楷体" pitchFamily="2" charset="-122"/>
                </a:defRPr>
              </a:lvl4pPr>
              <a:lvl5pPr marL="2057400" indent="-228600" defTabSz="895350" eaLnBrk="0" hangingPunct="0">
                <a:tabLst>
                  <a:tab pos="384175" algn="r"/>
                </a:tabLst>
                <a:defRPr sz="800">
                  <a:solidFill>
                    <a:schemeClr val="tx1"/>
                  </a:solidFill>
                  <a:latin typeface="Arial" charset="0"/>
                  <a:ea typeface="华文楷体" pitchFamily="2" charset="-122"/>
                </a:defRPr>
              </a:lvl5pPr>
              <a:lvl6pPr marL="2514600" indent="-228600" algn="ctr" defTabSz="895350" eaLnBrk="0" fontAlgn="base" hangingPunct="0">
                <a:spcBef>
                  <a:spcPct val="0"/>
                </a:spcBef>
                <a:spcAft>
                  <a:spcPct val="0"/>
                </a:spcAft>
                <a:tabLst>
                  <a:tab pos="384175" algn="r"/>
                </a:tabLst>
                <a:defRPr sz="800">
                  <a:solidFill>
                    <a:schemeClr val="tx1"/>
                  </a:solidFill>
                  <a:latin typeface="Arial" charset="0"/>
                  <a:ea typeface="华文楷体" pitchFamily="2" charset="-122"/>
                </a:defRPr>
              </a:lvl6pPr>
              <a:lvl7pPr marL="2971800" indent="-228600" algn="ctr" defTabSz="895350" eaLnBrk="0" fontAlgn="base" hangingPunct="0">
                <a:spcBef>
                  <a:spcPct val="0"/>
                </a:spcBef>
                <a:spcAft>
                  <a:spcPct val="0"/>
                </a:spcAft>
                <a:tabLst>
                  <a:tab pos="384175" algn="r"/>
                </a:tabLst>
                <a:defRPr sz="800">
                  <a:solidFill>
                    <a:schemeClr val="tx1"/>
                  </a:solidFill>
                  <a:latin typeface="Arial" charset="0"/>
                  <a:ea typeface="华文楷体" pitchFamily="2" charset="-122"/>
                </a:defRPr>
              </a:lvl7pPr>
              <a:lvl8pPr marL="3429000" indent="-228600" algn="ctr" defTabSz="895350" eaLnBrk="0" fontAlgn="base" hangingPunct="0">
                <a:spcBef>
                  <a:spcPct val="0"/>
                </a:spcBef>
                <a:spcAft>
                  <a:spcPct val="0"/>
                </a:spcAft>
                <a:tabLst>
                  <a:tab pos="384175" algn="r"/>
                </a:tabLst>
                <a:defRPr sz="800">
                  <a:solidFill>
                    <a:schemeClr val="tx1"/>
                  </a:solidFill>
                  <a:latin typeface="Arial" charset="0"/>
                  <a:ea typeface="华文楷体" pitchFamily="2" charset="-122"/>
                </a:defRPr>
              </a:lvl8pPr>
              <a:lvl9pPr marL="3886200" indent="-228600" algn="ctr" defTabSz="895350" eaLnBrk="0" fontAlgn="base" hangingPunct="0">
                <a:spcBef>
                  <a:spcPct val="0"/>
                </a:spcBef>
                <a:spcAft>
                  <a:spcPct val="0"/>
                </a:spcAft>
                <a:tabLst>
                  <a:tab pos="384175" algn="r"/>
                </a:tabLst>
                <a:defRPr sz="800">
                  <a:solidFill>
                    <a:schemeClr val="tx1"/>
                  </a:solidFill>
                  <a:latin typeface="Arial" charset="0"/>
                  <a:ea typeface="华文楷体" pitchFamily="2" charset="-122"/>
                </a:defRPr>
              </a:lvl9pPr>
            </a:lstStyle>
            <a:p>
              <a:pPr eaLnBrk="1" hangingPunct="1">
                <a:defRPr/>
              </a:pPr>
              <a:r>
                <a:rPr lang="zh-CN" altLang="en-US" sz="918">
                  <a:solidFill>
                    <a:srgbClr val="000000"/>
                  </a:solidFill>
                  <a:ea typeface="宋体" pitchFamily="2" charset="-122"/>
                </a:rPr>
                <a:t>	*	</a:t>
              </a:r>
              <a:r>
                <a:rPr lang="en-US" altLang="zh-CN" sz="918">
                  <a:solidFill>
                    <a:srgbClr val="000000"/>
                  </a:solidFill>
                  <a:ea typeface="宋体" pitchFamily="2" charset="-122"/>
                </a:rPr>
                <a:t>Footnote</a:t>
              </a:r>
            </a:p>
            <a:p>
              <a:pPr eaLnBrk="1" hangingPunct="1">
                <a:defRPr/>
              </a:pPr>
              <a:r>
                <a:rPr lang="en-US" altLang="zh-CN" sz="918">
                  <a:solidFill>
                    <a:srgbClr val="000000"/>
                  </a:solidFill>
                  <a:ea typeface="宋体" pitchFamily="2" charset="-122"/>
                </a:rPr>
                <a:t>	Source:	Source</a:t>
              </a:r>
            </a:p>
          </p:txBody>
        </p:sp>
        <p:sp>
          <p:nvSpPr>
            <p:cNvPr id="56" name="McK extra Footnote" hidden="1"/>
            <p:cNvSpPr>
              <a:spLocks noChangeArrowheads="1"/>
            </p:cNvSpPr>
            <p:nvPr userDrawn="1"/>
          </p:nvSpPr>
          <p:spPr bwMode="auto">
            <a:xfrm>
              <a:off x="116" y="3961"/>
              <a:ext cx="1766"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lstStyle>
              <a:lvl1pPr eaLnBrk="0" hangingPunct="0">
                <a:tabLst>
                  <a:tab pos="444500" algn="l"/>
                </a:tabLst>
                <a:defRPr sz="800">
                  <a:solidFill>
                    <a:schemeClr val="tx1"/>
                  </a:solidFill>
                  <a:latin typeface="Arial" charset="0"/>
                  <a:ea typeface="华文楷体" pitchFamily="2" charset="-122"/>
                </a:defRPr>
              </a:lvl1pPr>
              <a:lvl2pPr marL="742950" indent="-285750" eaLnBrk="0" hangingPunct="0">
                <a:tabLst>
                  <a:tab pos="444500" algn="l"/>
                </a:tabLst>
                <a:defRPr sz="800">
                  <a:solidFill>
                    <a:schemeClr val="tx1"/>
                  </a:solidFill>
                  <a:latin typeface="Arial" charset="0"/>
                  <a:ea typeface="华文楷体" pitchFamily="2" charset="-122"/>
                </a:defRPr>
              </a:lvl2pPr>
              <a:lvl3pPr marL="1143000" indent="-228600" eaLnBrk="0" hangingPunct="0">
                <a:tabLst>
                  <a:tab pos="444500" algn="l"/>
                </a:tabLst>
                <a:defRPr sz="800">
                  <a:solidFill>
                    <a:schemeClr val="tx1"/>
                  </a:solidFill>
                  <a:latin typeface="Arial" charset="0"/>
                  <a:ea typeface="华文楷体" pitchFamily="2" charset="-122"/>
                </a:defRPr>
              </a:lvl3pPr>
              <a:lvl4pPr marL="1600200" indent="-228600" eaLnBrk="0" hangingPunct="0">
                <a:tabLst>
                  <a:tab pos="444500" algn="l"/>
                </a:tabLst>
                <a:defRPr sz="800">
                  <a:solidFill>
                    <a:schemeClr val="tx1"/>
                  </a:solidFill>
                  <a:latin typeface="Arial" charset="0"/>
                  <a:ea typeface="华文楷体" pitchFamily="2" charset="-122"/>
                </a:defRPr>
              </a:lvl4pPr>
              <a:lvl5pPr marL="2057400" indent="-228600" eaLnBrk="0" hangingPunct="0">
                <a:tabLst>
                  <a:tab pos="444500" algn="l"/>
                </a:tabLst>
                <a:defRPr sz="800">
                  <a:solidFill>
                    <a:schemeClr val="tx1"/>
                  </a:solidFill>
                  <a:latin typeface="Arial" charset="0"/>
                  <a:ea typeface="华文楷体" pitchFamily="2" charset="-122"/>
                </a:defRPr>
              </a:lvl5pPr>
              <a:lvl6pPr marL="2514600" indent="-228600" eaLnBrk="0" fontAlgn="base" hangingPunct="0">
                <a:spcBef>
                  <a:spcPct val="0"/>
                </a:spcBef>
                <a:spcAft>
                  <a:spcPct val="0"/>
                </a:spcAft>
                <a:tabLst>
                  <a:tab pos="444500" algn="l"/>
                </a:tabLst>
                <a:defRPr sz="800">
                  <a:solidFill>
                    <a:schemeClr val="tx1"/>
                  </a:solidFill>
                  <a:latin typeface="Arial" charset="0"/>
                  <a:ea typeface="华文楷体" pitchFamily="2" charset="-122"/>
                </a:defRPr>
              </a:lvl6pPr>
              <a:lvl7pPr marL="2971800" indent="-228600" eaLnBrk="0" fontAlgn="base" hangingPunct="0">
                <a:spcBef>
                  <a:spcPct val="0"/>
                </a:spcBef>
                <a:spcAft>
                  <a:spcPct val="0"/>
                </a:spcAft>
                <a:tabLst>
                  <a:tab pos="444500" algn="l"/>
                </a:tabLst>
                <a:defRPr sz="800">
                  <a:solidFill>
                    <a:schemeClr val="tx1"/>
                  </a:solidFill>
                  <a:latin typeface="Arial" charset="0"/>
                  <a:ea typeface="华文楷体" pitchFamily="2" charset="-122"/>
                </a:defRPr>
              </a:lvl7pPr>
              <a:lvl8pPr marL="3429000" indent="-228600" eaLnBrk="0" fontAlgn="base" hangingPunct="0">
                <a:spcBef>
                  <a:spcPct val="0"/>
                </a:spcBef>
                <a:spcAft>
                  <a:spcPct val="0"/>
                </a:spcAft>
                <a:tabLst>
                  <a:tab pos="444500" algn="l"/>
                </a:tabLst>
                <a:defRPr sz="800">
                  <a:solidFill>
                    <a:schemeClr val="tx1"/>
                  </a:solidFill>
                  <a:latin typeface="Arial" charset="0"/>
                  <a:ea typeface="华文楷体" pitchFamily="2" charset="-122"/>
                </a:defRPr>
              </a:lvl8pPr>
              <a:lvl9pPr marL="3886200" indent="-228600" eaLnBrk="0" fontAlgn="base" hangingPunct="0">
                <a:spcBef>
                  <a:spcPct val="0"/>
                </a:spcBef>
                <a:spcAft>
                  <a:spcPct val="0"/>
                </a:spcAft>
                <a:tabLst>
                  <a:tab pos="444500" algn="l"/>
                </a:tabLst>
                <a:defRPr sz="800">
                  <a:solidFill>
                    <a:schemeClr val="tx1"/>
                  </a:solidFill>
                  <a:latin typeface="Arial" charset="0"/>
                  <a:ea typeface="华文楷体" pitchFamily="2" charset="-122"/>
                </a:defRPr>
              </a:lvl9pPr>
            </a:lstStyle>
            <a:p>
              <a:pPr eaLnBrk="1" hangingPunct="1">
                <a:spcBef>
                  <a:spcPct val="50000"/>
                </a:spcBef>
                <a:defRPr/>
              </a:pPr>
              <a:r>
                <a:rPr lang="en-US" altLang="zh-CN" sz="918" dirty="0">
                  <a:solidFill>
                    <a:srgbClr val="000000"/>
                  </a:solidFill>
                  <a:ea typeface="宋体" pitchFamily="2" charset="-122"/>
                </a:rPr>
                <a:t>Date:	xxx</a:t>
              </a:r>
              <a:endParaRPr lang="en-US" altLang="zh-CN" sz="1633" dirty="0">
                <a:solidFill>
                  <a:srgbClr val="000000"/>
                </a:solidFill>
                <a:ea typeface="宋体" pitchFamily="2" charset="-122"/>
              </a:endParaRPr>
            </a:p>
            <a:p>
              <a:pPr eaLnBrk="1" hangingPunct="1">
                <a:spcBef>
                  <a:spcPct val="50000"/>
                </a:spcBef>
                <a:defRPr/>
              </a:pPr>
              <a:r>
                <a:rPr lang="en-US" altLang="zh-CN" sz="918" dirty="0">
                  <a:solidFill>
                    <a:srgbClr val="000000"/>
                  </a:solidFill>
                  <a:ea typeface="宋体" pitchFamily="2" charset="-122"/>
                </a:rPr>
                <a:t>Owner:	xxx</a:t>
              </a:r>
            </a:p>
          </p:txBody>
        </p:sp>
      </p:grpSp>
      <p:sp>
        <p:nvSpPr>
          <p:cNvPr id="57" name="McK Exhibit Title Number" hidden="1"/>
          <p:cNvSpPr>
            <a:spLocks noChangeArrowheads="1"/>
          </p:cNvSpPr>
          <p:nvPr>
            <p:custDataLst>
              <p:tags r:id="rId6"/>
            </p:custDataLst>
          </p:nvPr>
        </p:nvSpPr>
        <p:spPr bwMode="auto">
          <a:xfrm>
            <a:off x="235479" y="372628"/>
            <a:ext cx="440712" cy="33050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lIns="87731" tIns="43882" rIns="87731" bIns="43882" anchor="ctr"/>
          <a:lstStyle>
            <a:lvl1pPr eaLnBrk="0" hangingPunct="0">
              <a:defRPr sz="800">
                <a:solidFill>
                  <a:schemeClr val="tx1"/>
                </a:solidFill>
                <a:latin typeface="Arial" charset="0"/>
                <a:ea typeface="华文楷体" pitchFamily="2" charset="-122"/>
              </a:defRPr>
            </a:lvl1pPr>
            <a:lvl2pPr marL="742950" indent="-285750" eaLnBrk="0" hangingPunct="0">
              <a:defRPr sz="800">
                <a:solidFill>
                  <a:schemeClr val="tx1"/>
                </a:solidFill>
                <a:latin typeface="Arial" charset="0"/>
                <a:ea typeface="华文楷体" pitchFamily="2" charset="-122"/>
              </a:defRPr>
            </a:lvl2pPr>
            <a:lvl3pPr marL="1143000" indent="-228600" eaLnBrk="0" hangingPunct="0">
              <a:defRPr sz="800">
                <a:solidFill>
                  <a:schemeClr val="tx1"/>
                </a:solidFill>
                <a:latin typeface="Arial" charset="0"/>
                <a:ea typeface="华文楷体" pitchFamily="2" charset="-122"/>
              </a:defRPr>
            </a:lvl3pPr>
            <a:lvl4pPr marL="1600200" indent="-228600" eaLnBrk="0" hangingPunct="0">
              <a:defRPr sz="800">
                <a:solidFill>
                  <a:schemeClr val="tx1"/>
                </a:solidFill>
                <a:latin typeface="Arial" charset="0"/>
                <a:ea typeface="华文楷体" pitchFamily="2" charset="-122"/>
              </a:defRPr>
            </a:lvl4pPr>
            <a:lvl5pPr marL="2057400" indent="-228600" eaLnBrk="0" hangingPunct="0">
              <a:defRPr sz="800">
                <a:solidFill>
                  <a:schemeClr val="tx1"/>
                </a:solidFill>
                <a:latin typeface="Arial" charset="0"/>
                <a:ea typeface="华文楷体" pitchFamily="2" charset="-122"/>
              </a:defRPr>
            </a:lvl5pPr>
            <a:lvl6pPr marL="2514600" indent="-228600" eaLnBrk="0" fontAlgn="base" hangingPunct="0">
              <a:spcBef>
                <a:spcPct val="0"/>
              </a:spcBef>
              <a:spcAft>
                <a:spcPct val="0"/>
              </a:spcAft>
              <a:defRPr sz="800">
                <a:solidFill>
                  <a:schemeClr val="tx1"/>
                </a:solidFill>
                <a:latin typeface="Arial" charset="0"/>
                <a:ea typeface="华文楷体" pitchFamily="2" charset="-122"/>
              </a:defRPr>
            </a:lvl6pPr>
            <a:lvl7pPr marL="2971800" indent="-228600" eaLnBrk="0" fontAlgn="base" hangingPunct="0">
              <a:spcBef>
                <a:spcPct val="0"/>
              </a:spcBef>
              <a:spcAft>
                <a:spcPct val="0"/>
              </a:spcAft>
              <a:defRPr sz="800">
                <a:solidFill>
                  <a:schemeClr val="tx1"/>
                </a:solidFill>
                <a:latin typeface="Arial" charset="0"/>
                <a:ea typeface="华文楷体" pitchFamily="2" charset="-122"/>
              </a:defRPr>
            </a:lvl7pPr>
            <a:lvl8pPr marL="3429000" indent="-228600" eaLnBrk="0" fontAlgn="base" hangingPunct="0">
              <a:spcBef>
                <a:spcPct val="0"/>
              </a:spcBef>
              <a:spcAft>
                <a:spcPct val="0"/>
              </a:spcAft>
              <a:defRPr sz="800">
                <a:solidFill>
                  <a:schemeClr val="tx1"/>
                </a:solidFill>
                <a:latin typeface="Arial" charset="0"/>
                <a:ea typeface="华文楷体" pitchFamily="2" charset="-122"/>
              </a:defRPr>
            </a:lvl8pPr>
            <a:lvl9pPr marL="3886200" indent="-228600" eaLnBrk="0" fontAlgn="base" hangingPunct="0">
              <a:spcBef>
                <a:spcPct val="0"/>
              </a:spcBef>
              <a:spcAft>
                <a:spcPct val="0"/>
              </a:spcAft>
              <a:defRPr sz="800">
                <a:solidFill>
                  <a:schemeClr val="tx1"/>
                </a:solidFill>
                <a:latin typeface="Arial" charset="0"/>
                <a:ea typeface="华文楷体" pitchFamily="2" charset="-122"/>
              </a:defRPr>
            </a:lvl9pPr>
          </a:lstStyle>
          <a:p>
            <a:pPr algn="ctr" eaLnBrk="1" hangingPunct="1">
              <a:defRPr/>
            </a:pPr>
            <a:r>
              <a:rPr lang="en-US" altLang="zh-CN" sz="2042" b="1">
                <a:solidFill>
                  <a:srgbClr val="FFFFFF"/>
                </a:solidFill>
                <a:ea typeface="宋体" pitchFamily="2" charset="-122"/>
              </a:rPr>
              <a:t>1</a:t>
            </a:r>
          </a:p>
        </p:txBody>
      </p:sp>
      <p:sp>
        <p:nvSpPr>
          <p:cNvPr id="58" name="Rectangle 113"/>
          <p:cNvSpPr/>
          <p:nvPr userDrawn="1"/>
        </p:nvSpPr>
        <p:spPr>
          <a:xfrm>
            <a:off x="1" y="703133"/>
            <a:ext cx="12195175" cy="304583"/>
          </a:xfrm>
          <a:prstGeom prst="rect">
            <a:avLst/>
          </a:prstGeom>
          <a:solidFill>
            <a:schemeClr val="bg1">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224"/>
          </a:p>
        </p:txBody>
      </p:sp>
      <p:sp>
        <p:nvSpPr>
          <p:cNvPr id="59" name="Rectangle 114"/>
          <p:cNvSpPr/>
          <p:nvPr userDrawn="1"/>
        </p:nvSpPr>
        <p:spPr>
          <a:xfrm>
            <a:off x="69132" y="6049529"/>
            <a:ext cx="10013222" cy="268940"/>
          </a:xfrm>
          <a:prstGeom prst="rect">
            <a:avLst/>
          </a:prstGeom>
          <a:solidFill>
            <a:schemeClr val="bg1">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224"/>
          </a:p>
        </p:txBody>
      </p:sp>
      <p:sp>
        <p:nvSpPr>
          <p:cNvPr id="64" name="Rectangle 50"/>
          <p:cNvSpPr>
            <a:spLocks noChangeArrowheads="1"/>
          </p:cNvSpPr>
          <p:nvPr userDrawn="1"/>
        </p:nvSpPr>
        <p:spPr bwMode="gray">
          <a:xfrm>
            <a:off x="3242686" y="5895617"/>
            <a:ext cx="66970" cy="199274"/>
          </a:xfrm>
          <a:prstGeom prst="rect">
            <a:avLst/>
          </a:prstGeom>
          <a:solidFill>
            <a:schemeClr val="bg1"/>
          </a:solidFill>
          <a:ln>
            <a:noFill/>
          </a:ln>
          <a:extLs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nchor="ctr"/>
          <a:lstStyle>
            <a:lvl1pPr eaLnBrk="0" hangingPunct="0">
              <a:defRPr sz="800">
                <a:solidFill>
                  <a:schemeClr val="tx1"/>
                </a:solidFill>
                <a:latin typeface="Arial" pitchFamily="34" charset="0"/>
                <a:ea typeface="华文楷体" pitchFamily="2" charset="-122"/>
              </a:defRPr>
            </a:lvl1pPr>
            <a:lvl2pPr marL="742950" indent="-285750" eaLnBrk="0" hangingPunct="0">
              <a:defRPr sz="800">
                <a:solidFill>
                  <a:schemeClr val="tx1"/>
                </a:solidFill>
                <a:latin typeface="Arial" pitchFamily="34" charset="0"/>
                <a:ea typeface="华文楷体" pitchFamily="2" charset="-122"/>
              </a:defRPr>
            </a:lvl2pPr>
            <a:lvl3pPr marL="1143000" indent="-228600" eaLnBrk="0" hangingPunct="0">
              <a:defRPr sz="800">
                <a:solidFill>
                  <a:schemeClr val="tx1"/>
                </a:solidFill>
                <a:latin typeface="Arial" pitchFamily="34" charset="0"/>
                <a:ea typeface="华文楷体" pitchFamily="2" charset="-122"/>
              </a:defRPr>
            </a:lvl3pPr>
            <a:lvl4pPr marL="1600200" indent="-228600" eaLnBrk="0" hangingPunct="0">
              <a:defRPr sz="800">
                <a:solidFill>
                  <a:schemeClr val="tx1"/>
                </a:solidFill>
                <a:latin typeface="Arial" pitchFamily="34" charset="0"/>
                <a:ea typeface="华文楷体" pitchFamily="2" charset="-122"/>
              </a:defRPr>
            </a:lvl4pPr>
            <a:lvl5pPr marL="2057400" indent="-228600" eaLnBrk="0" hangingPunct="0">
              <a:defRPr sz="800">
                <a:solidFill>
                  <a:schemeClr val="tx1"/>
                </a:solidFill>
                <a:latin typeface="Arial" pitchFamily="34" charset="0"/>
                <a:ea typeface="华文楷体" pitchFamily="2" charset="-122"/>
              </a:defRPr>
            </a:lvl5pPr>
            <a:lvl6pPr marL="2514600" indent="-228600" eaLnBrk="0" fontAlgn="base" hangingPunct="0">
              <a:spcBef>
                <a:spcPct val="0"/>
              </a:spcBef>
              <a:spcAft>
                <a:spcPct val="0"/>
              </a:spcAft>
              <a:defRPr sz="800">
                <a:solidFill>
                  <a:schemeClr val="tx1"/>
                </a:solidFill>
                <a:latin typeface="Arial" pitchFamily="34" charset="0"/>
                <a:ea typeface="华文楷体" pitchFamily="2" charset="-122"/>
              </a:defRPr>
            </a:lvl6pPr>
            <a:lvl7pPr marL="2971800" indent="-228600" eaLnBrk="0" fontAlgn="base" hangingPunct="0">
              <a:spcBef>
                <a:spcPct val="0"/>
              </a:spcBef>
              <a:spcAft>
                <a:spcPct val="0"/>
              </a:spcAft>
              <a:defRPr sz="800">
                <a:solidFill>
                  <a:schemeClr val="tx1"/>
                </a:solidFill>
                <a:latin typeface="Arial" pitchFamily="34" charset="0"/>
                <a:ea typeface="华文楷体" pitchFamily="2" charset="-122"/>
              </a:defRPr>
            </a:lvl7pPr>
            <a:lvl8pPr marL="3429000" indent="-228600" eaLnBrk="0" fontAlgn="base" hangingPunct="0">
              <a:spcBef>
                <a:spcPct val="0"/>
              </a:spcBef>
              <a:spcAft>
                <a:spcPct val="0"/>
              </a:spcAft>
              <a:defRPr sz="800">
                <a:solidFill>
                  <a:schemeClr val="tx1"/>
                </a:solidFill>
                <a:latin typeface="Arial" pitchFamily="34" charset="0"/>
                <a:ea typeface="华文楷体" pitchFamily="2" charset="-122"/>
              </a:defRPr>
            </a:lvl8pPr>
            <a:lvl9pPr marL="3886200" indent="-228600" eaLnBrk="0" fontAlgn="base" hangingPunct="0">
              <a:spcBef>
                <a:spcPct val="0"/>
              </a:spcBef>
              <a:spcAft>
                <a:spcPct val="0"/>
              </a:spcAft>
              <a:defRPr sz="800">
                <a:solidFill>
                  <a:schemeClr val="tx1"/>
                </a:solidFill>
                <a:latin typeface="Arial" pitchFamily="34" charset="0"/>
                <a:ea typeface="华文楷体" pitchFamily="2" charset="-122"/>
              </a:defRPr>
            </a:lvl9pPr>
          </a:lstStyle>
          <a:p>
            <a:pPr eaLnBrk="1" hangingPunct="1"/>
            <a:endParaRPr lang="zh-CN" altLang="en-US" sz="1224">
              <a:solidFill>
                <a:srgbClr val="000000"/>
              </a:solidFill>
            </a:endParaRPr>
          </a:p>
        </p:txBody>
      </p:sp>
      <p:sp>
        <p:nvSpPr>
          <p:cNvPr id="65" name="Rectangle 50"/>
          <p:cNvSpPr>
            <a:spLocks noChangeArrowheads="1"/>
          </p:cNvSpPr>
          <p:nvPr userDrawn="1"/>
        </p:nvSpPr>
        <p:spPr bwMode="gray">
          <a:xfrm>
            <a:off x="3242686" y="5895617"/>
            <a:ext cx="66970" cy="199274"/>
          </a:xfrm>
          <a:prstGeom prst="rect">
            <a:avLst/>
          </a:prstGeom>
          <a:solidFill>
            <a:schemeClr val="bg1"/>
          </a:solidFill>
          <a:ln>
            <a:noFill/>
          </a:ln>
          <a:extLs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nchor="ctr"/>
          <a:lstStyle>
            <a:lvl1pPr eaLnBrk="0" hangingPunct="0">
              <a:defRPr sz="800">
                <a:solidFill>
                  <a:schemeClr val="tx1"/>
                </a:solidFill>
                <a:latin typeface="Arial" pitchFamily="34" charset="0"/>
                <a:ea typeface="华文楷体" pitchFamily="2" charset="-122"/>
              </a:defRPr>
            </a:lvl1pPr>
            <a:lvl2pPr marL="742950" indent="-285750" eaLnBrk="0" hangingPunct="0">
              <a:defRPr sz="800">
                <a:solidFill>
                  <a:schemeClr val="tx1"/>
                </a:solidFill>
                <a:latin typeface="Arial" pitchFamily="34" charset="0"/>
                <a:ea typeface="华文楷体" pitchFamily="2" charset="-122"/>
              </a:defRPr>
            </a:lvl2pPr>
            <a:lvl3pPr marL="1143000" indent="-228600" eaLnBrk="0" hangingPunct="0">
              <a:defRPr sz="800">
                <a:solidFill>
                  <a:schemeClr val="tx1"/>
                </a:solidFill>
                <a:latin typeface="Arial" pitchFamily="34" charset="0"/>
                <a:ea typeface="华文楷体" pitchFamily="2" charset="-122"/>
              </a:defRPr>
            </a:lvl3pPr>
            <a:lvl4pPr marL="1600200" indent="-228600" eaLnBrk="0" hangingPunct="0">
              <a:defRPr sz="800">
                <a:solidFill>
                  <a:schemeClr val="tx1"/>
                </a:solidFill>
                <a:latin typeface="Arial" pitchFamily="34" charset="0"/>
                <a:ea typeface="华文楷体" pitchFamily="2" charset="-122"/>
              </a:defRPr>
            </a:lvl4pPr>
            <a:lvl5pPr marL="2057400" indent="-228600" eaLnBrk="0" hangingPunct="0">
              <a:defRPr sz="800">
                <a:solidFill>
                  <a:schemeClr val="tx1"/>
                </a:solidFill>
                <a:latin typeface="Arial" pitchFamily="34" charset="0"/>
                <a:ea typeface="华文楷体" pitchFamily="2" charset="-122"/>
              </a:defRPr>
            </a:lvl5pPr>
            <a:lvl6pPr marL="2514600" indent="-228600" eaLnBrk="0" fontAlgn="base" hangingPunct="0">
              <a:spcBef>
                <a:spcPct val="0"/>
              </a:spcBef>
              <a:spcAft>
                <a:spcPct val="0"/>
              </a:spcAft>
              <a:defRPr sz="800">
                <a:solidFill>
                  <a:schemeClr val="tx1"/>
                </a:solidFill>
                <a:latin typeface="Arial" pitchFamily="34" charset="0"/>
                <a:ea typeface="华文楷体" pitchFamily="2" charset="-122"/>
              </a:defRPr>
            </a:lvl6pPr>
            <a:lvl7pPr marL="2971800" indent="-228600" eaLnBrk="0" fontAlgn="base" hangingPunct="0">
              <a:spcBef>
                <a:spcPct val="0"/>
              </a:spcBef>
              <a:spcAft>
                <a:spcPct val="0"/>
              </a:spcAft>
              <a:defRPr sz="800">
                <a:solidFill>
                  <a:schemeClr val="tx1"/>
                </a:solidFill>
                <a:latin typeface="Arial" pitchFamily="34" charset="0"/>
                <a:ea typeface="华文楷体" pitchFamily="2" charset="-122"/>
              </a:defRPr>
            </a:lvl7pPr>
            <a:lvl8pPr marL="3429000" indent="-228600" eaLnBrk="0" fontAlgn="base" hangingPunct="0">
              <a:spcBef>
                <a:spcPct val="0"/>
              </a:spcBef>
              <a:spcAft>
                <a:spcPct val="0"/>
              </a:spcAft>
              <a:defRPr sz="800">
                <a:solidFill>
                  <a:schemeClr val="tx1"/>
                </a:solidFill>
                <a:latin typeface="Arial" pitchFamily="34" charset="0"/>
                <a:ea typeface="华文楷体" pitchFamily="2" charset="-122"/>
              </a:defRPr>
            </a:lvl8pPr>
            <a:lvl9pPr marL="3886200" indent="-228600" eaLnBrk="0" fontAlgn="base" hangingPunct="0">
              <a:spcBef>
                <a:spcPct val="0"/>
              </a:spcBef>
              <a:spcAft>
                <a:spcPct val="0"/>
              </a:spcAft>
              <a:defRPr sz="800">
                <a:solidFill>
                  <a:schemeClr val="tx1"/>
                </a:solidFill>
                <a:latin typeface="Arial" pitchFamily="34" charset="0"/>
                <a:ea typeface="华文楷体" pitchFamily="2" charset="-122"/>
              </a:defRPr>
            </a:lvl9pPr>
          </a:lstStyle>
          <a:p>
            <a:pPr eaLnBrk="1" hangingPunct="1"/>
            <a:endParaRPr lang="zh-CN" altLang="en-US" sz="1224">
              <a:solidFill>
                <a:srgbClr val="000000"/>
              </a:solidFill>
            </a:endParaRPr>
          </a:p>
        </p:txBody>
      </p:sp>
      <p:pic>
        <p:nvPicPr>
          <p:cNvPr id="61" name="Picture 3" descr="C:\Users\Administrator\Desktop\山鹰PPT模板设计-02.jpg">
            <a:extLst>
              <a:ext uri="{FF2B5EF4-FFF2-40B4-BE49-F238E27FC236}">
                <a16:creationId xmlns:a16="http://schemas.microsoft.com/office/drawing/2014/main" id="{D1636D7D-CFCC-462E-8F9D-CC13AA9E7068}"/>
              </a:ext>
            </a:extLst>
          </p:cNvPr>
          <p:cNvPicPr>
            <a:picLocks noChangeAspect="1" noChangeArrowheads="1"/>
          </p:cNvPicPr>
          <p:nvPr userDrawn="1"/>
        </p:nvPicPr>
        <p:blipFill>
          <a:blip r:embed="rId24" cstate="print"/>
          <a:srcRect/>
          <a:stretch>
            <a:fillRect/>
          </a:stretch>
        </p:blipFill>
        <p:spPr bwMode="auto">
          <a:xfrm>
            <a:off x="1" y="6530900"/>
            <a:ext cx="12191999" cy="328689"/>
          </a:xfrm>
          <a:prstGeom prst="rect">
            <a:avLst/>
          </a:prstGeom>
          <a:noFill/>
        </p:spPr>
      </p:pic>
      <p:sp>
        <p:nvSpPr>
          <p:cNvPr id="63" name="Slide Number Placeholder 8">
            <a:extLst>
              <a:ext uri="{FF2B5EF4-FFF2-40B4-BE49-F238E27FC236}">
                <a16:creationId xmlns:a16="http://schemas.microsoft.com/office/drawing/2014/main" id="{F0039AEC-E0DF-4EF7-98FF-F2869566C69D}"/>
              </a:ext>
            </a:extLst>
          </p:cNvPr>
          <p:cNvSpPr>
            <a:spLocks noGrp="1"/>
          </p:cNvSpPr>
          <p:nvPr>
            <p:ph type="sldNum" sz="quarter" idx="13"/>
          </p:nvPr>
        </p:nvSpPr>
        <p:spPr>
          <a:xfrm>
            <a:off x="11257873" y="6643537"/>
            <a:ext cx="578650" cy="216051"/>
          </a:xfrm>
        </p:spPr>
        <p:txBody>
          <a:bodyPr/>
          <a:lstStyle/>
          <a:p>
            <a:fld id="{48F63A3B-78C7-47BE-AE5E-E10140E04643}" type="slidenum">
              <a:rPr lang="en-US" smtClean="0"/>
              <a:t>‹#›</a:t>
            </a:fld>
            <a:endParaRPr lang="en-US" dirty="0"/>
          </a:p>
        </p:txBody>
      </p:sp>
      <p:sp>
        <p:nvSpPr>
          <p:cNvPr id="60" name="TextBox 4">
            <a:extLst>
              <a:ext uri="{FF2B5EF4-FFF2-40B4-BE49-F238E27FC236}">
                <a16:creationId xmlns:a16="http://schemas.microsoft.com/office/drawing/2014/main" id="{2BC5AC62-0230-C726-E2B2-147CAAED2F14}"/>
              </a:ext>
            </a:extLst>
          </p:cNvPr>
          <p:cNvSpPr txBox="1"/>
          <p:nvPr userDrawn="1"/>
        </p:nvSpPr>
        <p:spPr>
          <a:xfrm>
            <a:off x="324085" y="6589524"/>
            <a:ext cx="4909406" cy="216051"/>
          </a:xfrm>
          <a:prstGeom prst="rect">
            <a:avLst/>
          </a:prstGeom>
          <a:noFill/>
        </p:spPr>
        <p:txBody>
          <a:bodyPr wrap="square" rtlCol="0">
            <a:noAutofit/>
          </a:bodyPr>
          <a:lstStyle/>
          <a:p>
            <a:r>
              <a:rPr lang="zh-CN" altLang="en-US" sz="900" dirty="0">
                <a:solidFill>
                  <a:schemeClr val="bg1">
                    <a:lumMod val="50000"/>
                  </a:schemeClr>
                </a:solidFill>
                <a:latin typeface="思源黑体 CN Normal" panose="020B0400000000000000" pitchFamily="34" charset="-122"/>
                <a:ea typeface="思源黑体 CN Normal" panose="020B0400000000000000" pitchFamily="34" charset="-122"/>
              </a:rPr>
              <a:t>守信 协作 求精 成就    </a:t>
            </a:r>
            <a:r>
              <a:rPr lang="en-US" altLang="zh-CN" sz="900" dirty="0">
                <a:solidFill>
                  <a:schemeClr val="bg1">
                    <a:lumMod val="50000"/>
                  </a:schemeClr>
                </a:solidFill>
                <a:latin typeface="思源黑体 CN Normal" panose="020B0400000000000000" pitchFamily="34" charset="-122"/>
                <a:ea typeface="思源黑体 CN Normal" panose="020B0400000000000000" pitchFamily="34" charset="-122"/>
              </a:rPr>
              <a:t>INTEGRITY · COOPERATION · EXCELLENCE · ACHIEVEMENT</a:t>
            </a:r>
            <a:endParaRPr lang="zh-CN" altLang="en-US" sz="900" dirty="0">
              <a:solidFill>
                <a:schemeClr val="bg1">
                  <a:lumMod val="50000"/>
                </a:schemeClr>
              </a:solidFill>
              <a:latin typeface="思源黑体 CN Normal" panose="020B0400000000000000" pitchFamily="34" charset="-122"/>
              <a:ea typeface="思源黑体 CN Normal" panose="020B0400000000000000" pitchFamily="34" charset="-122"/>
            </a:endParaRPr>
          </a:p>
        </p:txBody>
      </p:sp>
    </p:spTree>
    <p:extLst>
      <p:ext uri="{BB962C8B-B14F-4D97-AF65-F5344CB8AC3E}">
        <p14:creationId xmlns:p14="http://schemas.microsoft.com/office/powerpoint/2010/main" val="528399447"/>
      </p:ext>
    </p:extLst>
  </p:cSld>
  <p:clrMapOvr>
    <a:masterClrMapping/>
  </p:clrMapOvr>
  <p:transition advClick="0">
    <p:cu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670123" y="2588881"/>
            <a:ext cx="10856132" cy="899375"/>
          </a:xfrm>
        </p:spPr>
        <p:txBody>
          <a:bodyPr lIns="101600" tIns="38100" rIns="25400" bIns="38100" anchor="t" anchorCtr="0">
            <a:noAutofit/>
          </a:bodyPr>
          <a:lstStyle>
            <a:lvl1pPr algn="ctr">
              <a:defRPr sz="5401" b="0" spc="600">
                <a:effectLst>
                  <a:outerShdw blurRad="38100" dist="38100" dir="2700000" algn="tl">
                    <a:srgbClr val="000000">
                      <a:alpha val="43137"/>
                    </a:srgbClr>
                  </a:outerShdw>
                </a:effectLst>
              </a:defRPr>
            </a:lvl1pPr>
          </a:lstStyle>
          <a:p>
            <a:r>
              <a:rPr lang="zh-CN" altLang="en-US" dirty="0"/>
              <a:t>单击此处编辑标题</a:t>
            </a:r>
          </a:p>
        </p:txBody>
      </p:sp>
      <p:sp>
        <p:nvSpPr>
          <p:cNvPr id="3" name="副标题 2"/>
          <p:cNvSpPr>
            <a:spLocks noGrp="1"/>
          </p:cNvSpPr>
          <p:nvPr>
            <p:ph type="subTitle" idx="1" hasCustomPrompt="1"/>
            <p:custDataLst>
              <p:tags r:id="rId2"/>
            </p:custDataLst>
          </p:nvPr>
        </p:nvSpPr>
        <p:spPr>
          <a:xfrm>
            <a:off x="670123" y="3566986"/>
            <a:ext cx="10856132" cy="951204"/>
          </a:xfrm>
        </p:spPr>
        <p:txBody>
          <a:bodyPr lIns="101600" tIns="38100" rIns="76200" bIns="3810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defRPr>
            </a:lvl1pPr>
            <a:lvl2pPr marL="457291" indent="0" algn="ctr">
              <a:buNone/>
              <a:defRPr sz="2000"/>
            </a:lvl2pPr>
            <a:lvl3pPr marL="914583" indent="0" algn="ctr">
              <a:buNone/>
              <a:defRPr sz="1800"/>
            </a:lvl3pPr>
            <a:lvl4pPr marL="1371874" indent="0" algn="ctr">
              <a:buNone/>
              <a:defRPr sz="1600"/>
            </a:lvl4pPr>
            <a:lvl5pPr marL="1829166" indent="0" algn="ctr">
              <a:buNone/>
              <a:defRPr sz="1600"/>
            </a:lvl5pPr>
            <a:lvl6pPr marL="2286457" indent="0" algn="ctr">
              <a:buNone/>
              <a:defRPr sz="1600"/>
            </a:lvl6pPr>
            <a:lvl7pPr marL="2743749" indent="0" algn="ctr">
              <a:buNone/>
              <a:defRPr sz="1600"/>
            </a:lvl7pPr>
            <a:lvl8pPr marL="3201040" indent="0" algn="ctr">
              <a:buNone/>
              <a:defRPr sz="1600"/>
            </a:lvl8pPr>
            <a:lvl9pPr marL="3658332"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p:txBody>
          <a:bodyPr/>
          <a:lstStyle/>
          <a:p>
            <a:fld id="{21257AC1-D730-4A77-AB9C-54A6BD898CC7}" type="datetime1">
              <a:rPr lang="zh-CN" altLang="en-US" smtClean="0"/>
              <a:t>2025/4/16</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33277347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70123" y="432100"/>
            <a:ext cx="10856132" cy="648150"/>
          </a:xfrm>
        </p:spPr>
        <p:txBody>
          <a:bodyPr vert="horz" lIns="101600" tIns="38100" rIns="76200" bIns="38100" rtlCol="0" anchor="ctr" anchorCtr="0">
            <a:noAutofit/>
          </a:bodyPr>
          <a:lstStyle>
            <a:lvl1pPr marL="0" marR="0" algn="l" defTabSz="914583" rtl="0" eaLnBrk="1" fontAlgn="auto" latinLnBrk="0" hangingPunct="1">
              <a:lnSpc>
                <a:spcPct val="100000"/>
              </a:lnSpc>
              <a:buNone/>
              <a:defRPr kumimoji="0" lang="zh-CN" altLang="en-US" sz="2801"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70123" y="1296301"/>
            <a:ext cx="10856132" cy="5042522"/>
          </a:xfrm>
        </p:spPr>
        <p:txBody>
          <a:bodyPr vert="horz" lIns="101600" tIns="0" rIns="82550" bIns="0" rtlCol="0">
            <a:noAutofit/>
          </a:bodyPr>
          <a:lstStyle>
            <a:lvl1pPr marL="228646" marR="0" lvl="0" indent="-228646" algn="l" defTabSz="914583"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937" marR="0" lvl="1" indent="-228646" algn="l" defTabSz="914583" rtl="0" eaLnBrk="1" fontAlgn="auto" latinLnBrk="0" hangingPunct="1">
              <a:lnSpc>
                <a:spcPct val="130000"/>
              </a:lnSpc>
              <a:spcBef>
                <a:spcPts val="0"/>
              </a:spcBef>
              <a:spcAft>
                <a:spcPts val="1000"/>
              </a:spcAft>
              <a:buFont typeface="Arial" panose="020B0604020202020204" pitchFamily="34" charset="0"/>
              <a:buChar char="•"/>
              <a:tabLst>
                <a:tab pos="1610047"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229" marR="0" lvl="2" indent="-228646" algn="l" defTabSz="914583"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520" marR="0" lvl="3" indent="-228646" algn="l" defTabSz="914583"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811" marR="0" lvl="4" indent="-228646" algn="l" defTabSz="914583"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04F320B-9C79-4A8F-B849-4817E8469C55}" type="datetime1">
              <a:rPr lang="zh-CN" altLang="en-US" smtClean="0"/>
              <a:t>2025/4/16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1060409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CAA4C485-6635-4ECC-8B64-2E4B6AB79197}"/>
              </a:ext>
            </a:extLst>
          </p:cNvPr>
          <p:cNvGraphicFramePr>
            <a:graphicFrameLocks noChangeAspect="1"/>
          </p:cNvGraphicFramePr>
          <p:nvPr userDrawn="1">
            <p:custDataLst>
              <p:tags r:id="rId6"/>
            </p:custDataLst>
            <p:extLst>
              <p:ext uri="{D42A27DB-BD31-4B8C-83A1-F6EECF244321}">
                <p14:modId xmlns:p14="http://schemas.microsoft.com/office/powerpoint/2010/main" val="3305254394"/>
              </p:ext>
            </p:extLst>
          </p:nvPr>
        </p:nvGraphicFramePr>
        <p:xfrm>
          <a:off x="1588" y="1588"/>
          <a:ext cx="1589" cy="1588"/>
        </p:xfrm>
        <a:graphic>
          <a:graphicData uri="http://schemas.openxmlformats.org/presentationml/2006/ole">
            <mc:AlternateContent xmlns:mc="http://schemas.openxmlformats.org/markup-compatibility/2006">
              <mc:Choice xmlns:v="urn:schemas-microsoft-com:vml" Requires="v">
                <p:oleObj name="think-cell Slide" r:id="rId8" imgW="216" imgH="216" progId="TCLayout.ActiveDocument.1">
                  <p:embed/>
                </p:oleObj>
              </mc:Choice>
              <mc:Fallback>
                <p:oleObj name="think-cell Slide" r:id="rId8" imgW="216" imgH="216" progId="TCLayout.ActiveDocument.1">
                  <p:embed/>
                  <p:pic>
                    <p:nvPicPr>
                      <p:cNvPr id="7" name="Object 6" hidden="1">
                        <a:extLst>
                          <a:ext uri="{FF2B5EF4-FFF2-40B4-BE49-F238E27FC236}">
                            <a16:creationId xmlns:a16="http://schemas.microsoft.com/office/drawing/2014/main" id="{CAA4C485-6635-4ECC-8B64-2E4B6AB79197}"/>
                          </a:ext>
                        </a:extLst>
                      </p:cNvPr>
                      <p:cNvPicPr/>
                      <p:nvPr/>
                    </p:nvPicPr>
                    <p:blipFill>
                      <a:blip r:embed="rId9"/>
                      <a:stretch>
                        <a:fillRect/>
                      </a:stretch>
                    </p:blipFill>
                    <p:spPr>
                      <a:xfrm>
                        <a:off x="1588" y="1588"/>
                        <a:ext cx="1589"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A90E70F2-5BAB-4EC4-AEC2-4FC7E62DCACD}"/>
              </a:ext>
            </a:extLst>
          </p:cNvPr>
          <p:cNvSpPr/>
          <p:nvPr userDrawn="1">
            <p:custDataLst>
              <p:tags r:id="rId7"/>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4401" b="0" i="0" baseline="0" dirty="0">
              <a:latin typeface="Calibri Light" panose="020F0302020204030204" pitchFamily="34" charset="0"/>
              <a:ea typeface="+mj-ea"/>
              <a:cs typeface="+mj-cs"/>
              <a:sym typeface="Calibri Light" panose="020F0302020204030204" pitchFamily="34" charset="0"/>
            </a:endParaRPr>
          </a:p>
        </p:txBody>
      </p:sp>
      <p:sp>
        <p:nvSpPr>
          <p:cNvPr id="2" name="Title Placeholder 1"/>
          <p:cNvSpPr>
            <a:spLocks noGrp="1"/>
          </p:cNvSpPr>
          <p:nvPr>
            <p:ph type="title"/>
          </p:nvPr>
        </p:nvSpPr>
        <p:spPr>
          <a:xfrm>
            <a:off x="838419" y="365210"/>
            <a:ext cx="10518338" cy="132587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419" y="1826048"/>
            <a:ext cx="10518338" cy="435234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418" y="6357822"/>
            <a:ext cx="2743914" cy="365210"/>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4/16/2025</a:t>
            </a:fld>
            <a:endParaRPr lang="en-US" dirty="0"/>
          </a:p>
        </p:txBody>
      </p:sp>
      <p:sp>
        <p:nvSpPr>
          <p:cNvPr id="5" name="Footer Placeholder 4"/>
          <p:cNvSpPr>
            <a:spLocks noGrp="1"/>
          </p:cNvSpPr>
          <p:nvPr>
            <p:ph type="ftr" sz="quarter" idx="3"/>
          </p:nvPr>
        </p:nvSpPr>
        <p:spPr>
          <a:xfrm>
            <a:off x="4039652" y="6357822"/>
            <a:ext cx="4115872" cy="36521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2843" y="6357822"/>
            <a:ext cx="2743914" cy="365210"/>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747274011"/>
      </p:ext>
    </p:extLst>
  </p:cSld>
  <p:clrMap bg1="lt1" tx1="dk1" bg2="lt2" tx2="dk2" accent1="accent1" accent2="accent2" accent3="accent3" accent4="accent4" accent5="accent5" accent6="accent6" hlink="hlink" folHlink="folHlink"/>
  <p:sldLayoutIdLst>
    <p:sldLayoutId id="2147483670" r:id="rId1"/>
    <p:sldLayoutId id="2147483672" r:id="rId2"/>
    <p:sldLayoutId id="2147483673" r:id="rId3"/>
    <p:sldLayoutId id="2147483674" r:id="rId4"/>
  </p:sldLayoutIdLst>
  <p:txStyles>
    <p:titleStyle>
      <a:lvl1pPr algn="l" defTabSz="914583" rtl="0" eaLnBrk="1" latinLnBrk="0" hangingPunct="1">
        <a:lnSpc>
          <a:spcPct val="90000"/>
        </a:lnSpc>
        <a:spcBef>
          <a:spcPct val="0"/>
        </a:spcBef>
        <a:buNone/>
        <a:defRPr sz="4401" kern="1200">
          <a:solidFill>
            <a:schemeClr val="tx1"/>
          </a:solidFill>
          <a:latin typeface="+mj-lt"/>
          <a:ea typeface="+mj-ea"/>
          <a:cs typeface="+mj-cs"/>
        </a:defRPr>
      </a:lvl1pPr>
    </p:titleStyle>
    <p:bodyStyle>
      <a:lvl1pPr marL="228646" indent="-228646" algn="l" defTabSz="914583" rtl="0" eaLnBrk="1" latinLnBrk="0" hangingPunct="1">
        <a:lnSpc>
          <a:spcPct val="90000"/>
        </a:lnSpc>
        <a:spcBef>
          <a:spcPts val="1000"/>
        </a:spcBef>
        <a:buFont typeface="Arial" panose="020B0604020202020204" pitchFamily="34" charset="0"/>
        <a:buChar char="•"/>
        <a:defRPr sz="2801" kern="1200">
          <a:solidFill>
            <a:schemeClr val="tx1"/>
          </a:solidFill>
          <a:latin typeface="+mn-lt"/>
          <a:ea typeface="+mn-ea"/>
          <a:cs typeface="+mn-cs"/>
        </a:defRPr>
      </a:lvl1pPr>
      <a:lvl2pPr marL="685937" indent="-228646" algn="l" defTabSz="91458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229" indent="-228646" algn="l" defTabSz="91458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520" indent="-228646" algn="l" defTabSz="91458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811" indent="-228646" algn="l" defTabSz="91458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5103" indent="-228646" algn="l" defTabSz="91458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394" indent="-228646" algn="l" defTabSz="91458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86" indent="-228646" algn="l" defTabSz="91458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977" indent="-228646" algn="l" defTabSz="91458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583" rtl="0" eaLnBrk="1" latinLnBrk="0" hangingPunct="1">
        <a:defRPr sz="1800" kern="1200">
          <a:solidFill>
            <a:schemeClr val="tx1"/>
          </a:solidFill>
          <a:latin typeface="+mn-lt"/>
          <a:ea typeface="+mn-ea"/>
          <a:cs typeface="+mn-cs"/>
        </a:defRPr>
      </a:lvl1pPr>
      <a:lvl2pPr marL="457291" algn="l" defTabSz="914583" rtl="0" eaLnBrk="1" latinLnBrk="0" hangingPunct="1">
        <a:defRPr sz="1800" kern="1200">
          <a:solidFill>
            <a:schemeClr val="tx1"/>
          </a:solidFill>
          <a:latin typeface="+mn-lt"/>
          <a:ea typeface="+mn-ea"/>
          <a:cs typeface="+mn-cs"/>
        </a:defRPr>
      </a:lvl2pPr>
      <a:lvl3pPr marL="914583" algn="l" defTabSz="914583" rtl="0" eaLnBrk="1" latinLnBrk="0" hangingPunct="1">
        <a:defRPr sz="1800" kern="1200">
          <a:solidFill>
            <a:schemeClr val="tx1"/>
          </a:solidFill>
          <a:latin typeface="+mn-lt"/>
          <a:ea typeface="+mn-ea"/>
          <a:cs typeface="+mn-cs"/>
        </a:defRPr>
      </a:lvl3pPr>
      <a:lvl4pPr marL="1371874" algn="l" defTabSz="914583" rtl="0" eaLnBrk="1" latinLnBrk="0" hangingPunct="1">
        <a:defRPr sz="1800" kern="1200">
          <a:solidFill>
            <a:schemeClr val="tx1"/>
          </a:solidFill>
          <a:latin typeface="+mn-lt"/>
          <a:ea typeface="+mn-ea"/>
          <a:cs typeface="+mn-cs"/>
        </a:defRPr>
      </a:lvl4pPr>
      <a:lvl5pPr marL="1829166" algn="l" defTabSz="914583" rtl="0" eaLnBrk="1" latinLnBrk="0" hangingPunct="1">
        <a:defRPr sz="1800" kern="1200">
          <a:solidFill>
            <a:schemeClr val="tx1"/>
          </a:solidFill>
          <a:latin typeface="+mn-lt"/>
          <a:ea typeface="+mn-ea"/>
          <a:cs typeface="+mn-cs"/>
        </a:defRPr>
      </a:lvl5pPr>
      <a:lvl6pPr marL="2286457" algn="l" defTabSz="914583" rtl="0" eaLnBrk="1" latinLnBrk="0" hangingPunct="1">
        <a:defRPr sz="1800" kern="1200">
          <a:solidFill>
            <a:schemeClr val="tx1"/>
          </a:solidFill>
          <a:latin typeface="+mn-lt"/>
          <a:ea typeface="+mn-ea"/>
          <a:cs typeface="+mn-cs"/>
        </a:defRPr>
      </a:lvl6pPr>
      <a:lvl7pPr marL="2743749" algn="l" defTabSz="914583" rtl="0" eaLnBrk="1" latinLnBrk="0" hangingPunct="1">
        <a:defRPr sz="1800" kern="1200">
          <a:solidFill>
            <a:schemeClr val="tx1"/>
          </a:solidFill>
          <a:latin typeface="+mn-lt"/>
          <a:ea typeface="+mn-ea"/>
          <a:cs typeface="+mn-cs"/>
        </a:defRPr>
      </a:lvl7pPr>
      <a:lvl8pPr marL="3201040" algn="l" defTabSz="914583" rtl="0" eaLnBrk="1" latinLnBrk="0" hangingPunct="1">
        <a:defRPr sz="1800" kern="1200">
          <a:solidFill>
            <a:schemeClr val="tx1"/>
          </a:solidFill>
          <a:latin typeface="+mn-lt"/>
          <a:ea typeface="+mn-ea"/>
          <a:cs typeface="+mn-cs"/>
        </a:defRPr>
      </a:lvl8pPr>
      <a:lvl9pPr marL="3658332" algn="l" defTabSz="91458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36.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image" Target="../media/image8.tmp"/><Relationship Id="rId1" Type="http://schemas.openxmlformats.org/officeDocument/2006/relationships/slideLayout" Target="../slideLayouts/slideLayout1.xml"/><Relationship Id="rId4" Type="http://schemas.openxmlformats.org/officeDocument/2006/relationships/image" Target="../media/image10.tmp"/></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xml"/><Relationship Id="rId1" Type="http://schemas.openxmlformats.org/officeDocument/2006/relationships/tags" Target="../tags/tag37.xml"/><Relationship Id="rId4" Type="http://schemas.openxmlformats.org/officeDocument/2006/relationships/image" Target="../media/image1.emf"/></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image" Target="../media/image3.jpeg"/><Relationship Id="rId5" Type="http://schemas.openxmlformats.org/officeDocument/2006/relationships/image" Target="../media/image2.jpeg"/><Relationship Id="rId4"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image" Target="../media/image3.jpeg"/><Relationship Id="rId5" Type="http://schemas.openxmlformats.org/officeDocument/2006/relationships/image" Target="../media/image2.jpeg"/><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背景图案&#10;&#10;描述已自动生成">
            <a:extLst>
              <a:ext uri="{FF2B5EF4-FFF2-40B4-BE49-F238E27FC236}">
                <a16:creationId xmlns:a16="http://schemas.microsoft.com/office/drawing/2014/main" id="{7A590451-23F8-F39F-A9AC-D9F2A14FD7F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00" y="0"/>
            <a:ext cx="12191774" cy="6859588"/>
          </a:xfrm>
          <a:prstGeom prst="rect">
            <a:avLst/>
          </a:prstGeom>
        </p:spPr>
      </p:pic>
      <p:sp>
        <p:nvSpPr>
          <p:cNvPr id="5" name="文本框 4">
            <a:extLst>
              <a:ext uri="{FF2B5EF4-FFF2-40B4-BE49-F238E27FC236}">
                <a16:creationId xmlns:a16="http://schemas.microsoft.com/office/drawing/2014/main" id="{3E151319-4953-9F77-7072-D0DC6C12D361}"/>
              </a:ext>
            </a:extLst>
          </p:cNvPr>
          <p:cNvSpPr txBox="1"/>
          <p:nvPr/>
        </p:nvSpPr>
        <p:spPr>
          <a:xfrm>
            <a:off x="1046899" y="2852445"/>
            <a:ext cx="5724644" cy="831125"/>
          </a:xfrm>
          <a:prstGeom prst="rect">
            <a:avLst/>
          </a:prstGeom>
          <a:noFill/>
        </p:spPr>
        <p:txBody>
          <a:bodyPr wrap="none" rtlCol="0">
            <a:spAutoFit/>
          </a:bodyPr>
          <a:lstStyle/>
          <a:p>
            <a:pPr algn="l"/>
            <a:r>
              <a:rPr lang="zh-CN" altLang="en-US" sz="4801" dirty="0">
                <a:solidFill>
                  <a:schemeClr val="accent1">
                    <a:lumMod val="75000"/>
                  </a:schemeClr>
                </a:solidFill>
                <a:latin typeface="思源黑体 CN Normal" panose="020B0400000000000000" pitchFamily="34" charset="-122"/>
                <a:ea typeface="思源黑体 CN Normal" panose="020B0400000000000000" pitchFamily="34" charset="-122"/>
                <a:cs typeface="思源黑体 CN Medium" panose="020B0600000000000000" charset="-122"/>
              </a:rPr>
              <a:t>标准成本的</a:t>
            </a:r>
            <a:r>
              <a:rPr lang="zh-CN" altLang="en-US" sz="4801">
                <a:solidFill>
                  <a:schemeClr val="accent1">
                    <a:lumMod val="75000"/>
                  </a:schemeClr>
                </a:solidFill>
                <a:latin typeface="思源黑体 CN Normal" panose="020B0400000000000000" pitchFamily="34" charset="-122"/>
                <a:ea typeface="思源黑体 CN Normal" panose="020B0400000000000000" pitchFamily="34" charset="-122"/>
                <a:cs typeface="思源黑体 CN Medium" panose="020B0600000000000000" charset="-122"/>
              </a:rPr>
              <a:t>闭环管理</a:t>
            </a:r>
            <a:endParaRPr lang="zh-CN" altLang="en-US" sz="4801" dirty="0">
              <a:solidFill>
                <a:schemeClr val="accent1">
                  <a:lumMod val="75000"/>
                </a:schemeClr>
              </a:solidFill>
              <a:latin typeface="思源黑体 CN Normal" panose="020B0400000000000000" pitchFamily="34" charset="-122"/>
              <a:ea typeface="思源黑体 CN Normal" panose="020B0400000000000000" pitchFamily="34" charset="-122"/>
              <a:cs typeface="思源黑体 CN Medium" panose="020B0600000000000000" charset="-122"/>
            </a:endParaRPr>
          </a:p>
        </p:txBody>
      </p:sp>
      <p:sp>
        <p:nvSpPr>
          <p:cNvPr id="7" name="文本框 6">
            <a:extLst>
              <a:ext uri="{FF2B5EF4-FFF2-40B4-BE49-F238E27FC236}">
                <a16:creationId xmlns:a16="http://schemas.microsoft.com/office/drawing/2014/main" id="{2491778B-5E1F-10ED-E74E-BD5B156B1644}"/>
              </a:ext>
            </a:extLst>
          </p:cNvPr>
          <p:cNvSpPr txBox="1"/>
          <p:nvPr/>
        </p:nvSpPr>
        <p:spPr>
          <a:xfrm>
            <a:off x="1105331" y="3875032"/>
            <a:ext cx="3191839" cy="400203"/>
          </a:xfrm>
          <a:prstGeom prst="rect">
            <a:avLst/>
          </a:prstGeom>
          <a:noFill/>
        </p:spPr>
        <p:txBody>
          <a:bodyPr wrap="square" rtlCol="0">
            <a:spAutoFit/>
          </a:bodyPr>
          <a:lstStyle/>
          <a:p>
            <a:r>
              <a:rPr lang="zh-CN" altLang="en-US" sz="2000" dirty="0">
                <a:solidFill>
                  <a:schemeClr val="accent1">
                    <a:lumMod val="75000"/>
                  </a:schemeClr>
                </a:solidFill>
                <a:latin typeface="思源黑体 CN Normal" panose="020B0400000000000000" pitchFamily="34" charset="-122"/>
                <a:ea typeface="思源黑体 CN Normal" panose="020B0400000000000000" pitchFamily="34" charset="-122"/>
              </a:rPr>
              <a:t>造纸板块</a:t>
            </a:r>
          </a:p>
        </p:txBody>
      </p:sp>
      <p:sp>
        <p:nvSpPr>
          <p:cNvPr id="8" name="文本框 7">
            <a:extLst>
              <a:ext uri="{FF2B5EF4-FFF2-40B4-BE49-F238E27FC236}">
                <a16:creationId xmlns:a16="http://schemas.microsoft.com/office/drawing/2014/main" id="{77F54712-0FC9-20A2-25D9-6E5360045F6F}"/>
              </a:ext>
            </a:extLst>
          </p:cNvPr>
          <p:cNvSpPr txBox="1"/>
          <p:nvPr/>
        </p:nvSpPr>
        <p:spPr>
          <a:xfrm>
            <a:off x="1074844" y="5892894"/>
            <a:ext cx="4518626" cy="368385"/>
          </a:xfrm>
          <a:prstGeom prst="rect">
            <a:avLst/>
          </a:prstGeom>
          <a:noFill/>
        </p:spPr>
        <p:txBody>
          <a:bodyPr wrap="square" rtlCol="0">
            <a:spAutoFit/>
          </a:bodyPr>
          <a:lstStyle/>
          <a:p>
            <a:pPr algn="dist"/>
            <a:r>
              <a:rPr lang="zh-CN" altLang="en-US" dirty="0">
                <a:solidFill>
                  <a:srgbClr val="595757"/>
                </a:solidFill>
                <a:latin typeface="思源黑体 CN Normal" panose="020B0400000000000000" pitchFamily="34" charset="-122"/>
                <a:ea typeface="思源黑体 CN Normal" panose="020B0400000000000000" pitchFamily="34" charset="-122"/>
                <a:cs typeface="思源黑体 CN ExtraLight" panose="020B0200000000000000" charset="-122"/>
              </a:rPr>
              <a:t>山鹰国际控股股份公司/造纸事业部</a:t>
            </a:r>
          </a:p>
        </p:txBody>
      </p:sp>
      <p:sp>
        <p:nvSpPr>
          <p:cNvPr id="9" name="文本框 8">
            <a:extLst>
              <a:ext uri="{FF2B5EF4-FFF2-40B4-BE49-F238E27FC236}">
                <a16:creationId xmlns:a16="http://schemas.microsoft.com/office/drawing/2014/main" id="{A00E7823-22C0-C734-9970-63FF1F3A6796}"/>
              </a:ext>
            </a:extLst>
          </p:cNvPr>
          <p:cNvSpPr txBox="1"/>
          <p:nvPr/>
        </p:nvSpPr>
        <p:spPr>
          <a:xfrm>
            <a:off x="9190753" y="5892894"/>
            <a:ext cx="2492952" cy="369417"/>
          </a:xfrm>
          <a:prstGeom prst="rect">
            <a:avLst/>
          </a:prstGeom>
          <a:noFill/>
        </p:spPr>
        <p:txBody>
          <a:bodyPr wrap="square" rtlCol="0">
            <a:spAutoFit/>
          </a:bodyPr>
          <a:lstStyle/>
          <a:p>
            <a:pPr algn="r"/>
            <a:r>
              <a:rPr lang="en-US" altLang="zh-CN" dirty="0">
                <a:solidFill>
                  <a:srgbClr val="595757"/>
                </a:solidFill>
                <a:latin typeface="思源黑体 CN Normal" panose="020B0400000000000000" pitchFamily="34" charset="-122"/>
                <a:ea typeface="思源黑体 CN Normal" panose="020B0400000000000000" pitchFamily="34" charset="-122"/>
              </a:rPr>
              <a:t>2025.04</a:t>
            </a:r>
          </a:p>
        </p:txBody>
      </p:sp>
    </p:spTree>
    <p:custDataLst>
      <p:tags r:id="rId1"/>
    </p:custDataLst>
    <p:extLst>
      <p:ext uri="{BB962C8B-B14F-4D97-AF65-F5344CB8AC3E}">
        <p14:creationId xmlns:p14="http://schemas.microsoft.com/office/powerpoint/2010/main" val="16248547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2996837-7A01-E9DD-B3C2-11FF7A014496}"/>
              </a:ext>
            </a:extLst>
          </p:cNvPr>
          <p:cNvSpPr>
            <a:spLocks noGrp="1"/>
          </p:cNvSpPr>
          <p:nvPr>
            <p:ph sz="quarter" idx="10"/>
          </p:nvPr>
        </p:nvSpPr>
        <p:spPr/>
        <p:txBody>
          <a:bodyPr/>
          <a:lstStyle/>
          <a:p>
            <a:r>
              <a:rPr lang="zh-CN" altLang="en-US" dirty="0"/>
              <a:t>标准成本定义</a:t>
            </a:r>
          </a:p>
        </p:txBody>
      </p:sp>
      <p:sp>
        <p:nvSpPr>
          <p:cNvPr id="2" name="Rectangle 1">
            <a:extLst>
              <a:ext uri="{FF2B5EF4-FFF2-40B4-BE49-F238E27FC236}">
                <a16:creationId xmlns:a16="http://schemas.microsoft.com/office/drawing/2014/main" id="{CB370944-7E09-8F81-51A0-23A36DFBDA2C}"/>
              </a:ext>
            </a:extLst>
          </p:cNvPr>
          <p:cNvSpPr/>
          <p:nvPr/>
        </p:nvSpPr>
        <p:spPr>
          <a:xfrm>
            <a:off x="1057028" y="1269554"/>
            <a:ext cx="10081120" cy="1080120"/>
          </a:xfrm>
          <a:prstGeom prst="rect">
            <a:avLst/>
          </a:prstGeom>
          <a:solidFill>
            <a:schemeClr val="accent4"/>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实际成本 </a:t>
            </a:r>
            <a:r>
              <a:rPr lang="en-US" altLang="zh-CN" dirty="0">
                <a:solidFill>
                  <a:schemeClr val="tx1"/>
                </a:solidFill>
                <a:latin typeface="微软雅黑" panose="020B0503020204020204" pitchFamily="34" charset="-122"/>
                <a:ea typeface="微软雅黑" panose="020B0503020204020204" pitchFamily="34" charset="-122"/>
              </a:rPr>
              <a:t>= </a:t>
            </a:r>
            <a:r>
              <a:rPr lang="zh-CN" altLang="en-US" dirty="0">
                <a:solidFill>
                  <a:schemeClr val="tx1"/>
                </a:solidFill>
                <a:latin typeface="微软雅黑" panose="020B0503020204020204" pitchFamily="34" charset="-122"/>
                <a:ea typeface="微软雅黑" panose="020B0503020204020204" pitchFamily="34" charset="-122"/>
              </a:rPr>
              <a:t>实际价格 </a:t>
            </a:r>
            <a:r>
              <a:rPr lang="en-US" altLang="zh-CN" dirty="0">
                <a:solidFill>
                  <a:schemeClr val="tx1"/>
                </a:solidFill>
                <a:latin typeface="微软雅黑" panose="020B0503020204020204" pitchFamily="34" charset="-122"/>
                <a:ea typeface="微软雅黑" panose="020B0503020204020204" pitchFamily="34" charset="-122"/>
              </a:rPr>
              <a:t>X </a:t>
            </a:r>
            <a:r>
              <a:rPr lang="zh-CN" altLang="en-US" dirty="0">
                <a:solidFill>
                  <a:schemeClr val="tx1"/>
                </a:solidFill>
                <a:latin typeface="微软雅黑" panose="020B0503020204020204" pitchFamily="34" charset="-122"/>
                <a:ea typeface="微软雅黑" panose="020B0503020204020204" pitchFamily="34" charset="-122"/>
              </a:rPr>
              <a:t>实际耗用               </a:t>
            </a:r>
            <a:r>
              <a:rPr lang="en-US" altLang="zh-CN" dirty="0">
                <a:solidFill>
                  <a:schemeClr val="tx1"/>
                </a:solidFill>
                <a:latin typeface="微软雅黑" panose="020B0503020204020204" pitchFamily="34" charset="-122"/>
                <a:ea typeface="微软雅黑" panose="020B0503020204020204" pitchFamily="34" charset="-122"/>
              </a:rPr>
              <a:t>VS</a:t>
            </a:r>
            <a:r>
              <a:rPr lang="zh-CN" altLang="en-US" dirty="0">
                <a:solidFill>
                  <a:schemeClr val="tx1"/>
                </a:solidFill>
                <a:latin typeface="微软雅黑" panose="020B0503020204020204" pitchFamily="34" charset="-122"/>
                <a:ea typeface="微软雅黑" panose="020B0503020204020204" pitchFamily="34" charset="-122"/>
              </a:rPr>
              <a:t>               标准成本 </a:t>
            </a:r>
            <a:r>
              <a:rPr lang="en-US" altLang="zh-CN" dirty="0">
                <a:solidFill>
                  <a:schemeClr val="tx1"/>
                </a:solidFill>
                <a:latin typeface="微软雅黑" panose="020B0503020204020204" pitchFamily="34" charset="-122"/>
                <a:ea typeface="微软雅黑" panose="020B0503020204020204" pitchFamily="34" charset="-122"/>
              </a:rPr>
              <a:t>= </a:t>
            </a:r>
            <a:r>
              <a:rPr lang="zh-CN" altLang="en-US" dirty="0">
                <a:solidFill>
                  <a:schemeClr val="tx1"/>
                </a:solidFill>
                <a:latin typeface="微软雅黑" panose="020B0503020204020204" pitchFamily="34" charset="-122"/>
                <a:ea typeface="微软雅黑" panose="020B0503020204020204" pitchFamily="34" charset="-122"/>
              </a:rPr>
              <a:t>标准价格 </a:t>
            </a:r>
            <a:r>
              <a:rPr lang="en-US" altLang="zh-CN" dirty="0">
                <a:solidFill>
                  <a:schemeClr val="tx1"/>
                </a:solidFill>
                <a:latin typeface="微软雅黑" panose="020B0503020204020204" pitchFamily="34" charset="-122"/>
                <a:ea typeface="微软雅黑" panose="020B0503020204020204" pitchFamily="34" charset="-122"/>
              </a:rPr>
              <a:t>X </a:t>
            </a:r>
            <a:r>
              <a:rPr lang="zh-CN" altLang="en-US" dirty="0">
                <a:solidFill>
                  <a:schemeClr val="tx1"/>
                </a:solidFill>
                <a:latin typeface="微软雅黑" panose="020B0503020204020204" pitchFamily="34" charset="-122"/>
                <a:ea typeface="微软雅黑" panose="020B0503020204020204" pitchFamily="34" charset="-122"/>
              </a:rPr>
              <a:t>标准耗用</a:t>
            </a:r>
            <a:endParaRPr lang="en-US" dirty="0">
              <a:solidFill>
                <a:schemeClr val="tx1"/>
              </a:solidFill>
              <a:latin typeface="微软雅黑" panose="020B0503020204020204" pitchFamily="34" charset="-122"/>
              <a:ea typeface="微软雅黑" panose="020B0503020204020204" pitchFamily="34" charset="-122"/>
            </a:endParaRPr>
          </a:p>
        </p:txBody>
      </p:sp>
      <p:sp>
        <p:nvSpPr>
          <p:cNvPr id="8" name="Rectangle 7">
            <a:extLst>
              <a:ext uri="{FF2B5EF4-FFF2-40B4-BE49-F238E27FC236}">
                <a16:creationId xmlns:a16="http://schemas.microsoft.com/office/drawing/2014/main" id="{3C011126-2483-DD71-C58D-A948D5BBF944}"/>
              </a:ext>
            </a:extLst>
          </p:cNvPr>
          <p:cNvSpPr/>
          <p:nvPr/>
        </p:nvSpPr>
        <p:spPr>
          <a:xfrm>
            <a:off x="1057027" y="3717826"/>
            <a:ext cx="4781954" cy="1800200"/>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ltLang="zh-CN" b="1" dirty="0">
              <a:solidFill>
                <a:schemeClr val="tx1"/>
              </a:solidFill>
              <a:latin typeface="微软雅黑" panose="020B0503020204020204" pitchFamily="34" charset="-122"/>
              <a:ea typeface="微软雅黑" panose="020B0503020204020204" pitchFamily="34" charset="-122"/>
            </a:endParaRPr>
          </a:p>
          <a:p>
            <a:pPr algn="ctr"/>
            <a:r>
              <a:rPr lang="zh-CN" altLang="en-US" b="1" dirty="0">
                <a:solidFill>
                  <a:schemeClr val="tx1"/>
                </a:solidFill>
                <a:latin typeface="微软雅黑" panose="020B0503020204020204" pitchFamily="34" charset="-122"/>
                <a:ea typeface="微软雅黑" panose="020B0503020204020204" pitchFamily="34" charset="-122"/>
              </a:rPr>
              <a:t>运营评价指标</a:t>
            </a:r>
            <a:endParaRPr lang="en-US" altLang="zh-CN" b="1" dirty="0">
              <a:solidFill>
                <a:schemeClr val="tx1"/>
              </a:solidFill>
              <a:latin typeface="微软雅黑" panose="020B0503020204020204" pitchFamily="34" charset="-122"/>
              <a:ea typeface="微软雅黑" panose="020B0503020204020204" pitchFamily="34" charset="-122"/>
            </a:endParaRPr>
          </a:p>
          <a:p>
            <a:pPr algn="ctr"/>
            <a:endParaRPr lang="en-US" altLang="zh-CN" dirty="0">
              <a:solidFill>
                <a:schemeClr val="tx1"/>
              </a:solidFill>
              <a:latin typeface="微软雅黑" panose="020B0503020204020204" pitchFamily="34" charset="-122"/>
              <a:ea typeface="微软雅黑" panose="020B0503020204020204" pitchFamily="34" charset="-122"/>
            </a:endParaRPr>
          </a:p>
          <a:p>
            <a:pPr algn="ctr"/>
            <a:r>
              <a:rPr lang="en-US" altLang="zh-CN" dirty="0">
                <a:solidFill>
                  <a:schemeClr val="tx1"/>
                </a:solidFill>
                <a:latin typeface="微软雅黑" panose="020B0503020204020204" pitchFamily="34" charset="-122"/>
                <a:ea typeface="微软雅黑" panose="020B0503020204020204" pitchFamily="34" charset="-122"/>
              </a:rPr>
              <a:t>(</a:t>
            </a:r>
            <a:r>
              <a:rPr lang="zh-CN" altLang="en-US" dirty="0">
                <a:solidFill>
                  <a:schemeClr val="tx1"/>
                </a:solidFill>
                <a:latin typeface="微软雅黑" panose="020B0503020204020204" pitchFamily="34" charset="-122"/>
                <a:ea typeface="微软雅黑" panose="020B0503020204020204" pitchFamily="34" charset="-122"/>
              </a:rPr>
              <a:t>实际耗用 </a:t>
            </a:r>
            <a:r>
              <a:rPr lang="en-US" altLang="zh-CN" dirty="0">
                <a:solidFill>
                  <a:schemeClr val="tx1"/>
                </a:solidFill>
                <a:latin typeface="微软雅黑" panose="020B0503020204020204" pitchFamily="34" charset="-122"/>
                <a:ea typeface="微软雅黑" panose="020B0503020204020204" pitchFamily="34" charset="-122"/>
              </a:rPr>
              <a:t>– </a:t>
            </a:r>
            <a:r>
              <a:rPr lang="zh-CN" altLang="en-US" dirty="0">
                <a:solidFill>
                  <a:schemeClr val="tx1"/>
                </a:solidFill>
                <a:latin typeface="微软雅黑" panose="020B0503020204020204" pitchFamily="34" charset="-122"/>
                <a:ea typeface="微软雅黑" panose="020B0503020204020204" pitchFamily="34" charset="-122"/>
              </a:rPr>
              <a:t>标准耗用</a:t>
            </a:r>
            <a:r>
              <a:rPr lang="en-US" altLang="zh-CN" dirty="0">
                <a:solidFill>
                  <a:schemeClr val="tx1"/>
                </a:solidFill>
                <a:latin typeface="微软雅黑" panose="020B0503020204020204" pitchFamily="34" charset="-122"/>
                <a:ea typeface="微软雅黑" panose="020B0503020204020204" pitchFamily="34" charset="-122"/>
              </a:rPr>
              <a:t>) X </a:t>
            </a:r>
            <a:r>
              <a:rPr lang="zh-CN" altLang="en-US" dirty="0">
                <a:solidFill>
                  <a:schemeClr val="tx1"/>
                </a:solidFill>
                <a:latin typeface="微软雅黑" panose="020B0503020204020204" pitchFamily="34" charset="-122"/>
                <a:ea typeface="微软雅黑" panose="020B0503020204020204" pitchFamily="34" charset="-122"/>
              </a:rPr>
              <a:t>实际价格</a:t>
            </a:r>
            <a:endParaRPr lang="en-US" dirty="0">
              <a:solidFill>
                <a:schemeClr val="tx1"/>
              </a:solidFill>
              <a:latin typeface="微软雅黑" panose="020B0503020204020204" pitchFamily="34" charset="-122"/>
              <a:ea typeface="微软雅黑" panose="020B0503020204020204" pitchFamily="34" charset="-122"/>
            </a:endParaRPr>
          </a:p>
          <a:p>
            <a:pPr algn="l"/>
            <a:endParaRPr lang="en-US" dirty="0">
              <a:solidFill>
                <a:schemeClr val="tx1"/>
              </a:solidFill>
              <a:latin typeface="微软雅黑" panose="020B0503020204020204" pitchFamily="34" charset="-122"/>
              <a:ea typeface="微软雅黑" panose="020B0503020204020204" pitchFamily="34" charset="-122"/>
            </a:endParaRPr>
          </a:p>
        </p:txBody>
      </p:sp>
      <p:sp>
        <p:nvSpPr>
          <p:cNvPr id="9" name="Rectangle 8">
            <a:extLst>
              <a:ext uri="{FF2B5EF4-FFF2-40B4-BE49-F238E27FC236}">
                <a16:creationId xmlns:a16="http://schemas.microsoft.com/office/drawing/2014/main" id="{22950AA3-308B-CBBF-2CA0-A8ADAFD83A32}"/>
              </a:ext>
            </a:extLst>
          </p:cNvPr>
          <p:cNvSpPr/>
          <p:nvPr/>
        </p:nvSpPr>
        <p:spPr>
          <a:xfrm>
            <a:off x="6295705" y="3717826"/>
            <a:ext cx="4781954" cy="1800200"/>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ltLang="zh-CN" b="1" dirty="0">
              <a:solidFill>
                <a:schemeClr val="tx1"/>
              </a:solidFill>
              <a:latin typeface="微软雅黑" panose="020B0503020204020204" pitchFamily="34" charset="-122"/>
              <a:ea typeface="微软雅黑" panose="020B0503020204020204" pitchFamily="34" charset="-122"/>
            </a:endParaRPr>
          </a:p>
          <a:p>
            <a:pPr algn="ctr"/>
            <a:r>
              <a:rPr lang="zh-CN" altLang="en-US" b="1" dirty="0">
                <a:solidFill>
                  <a:schemeClr val="tx1"/>
                </a:solidFill>
                <a:latin typeface="微软雅黑" panose="020B0503020204020204" pitchFamily="34" charset="-122"/>
                <a:ea typeface="微软雅黑" panose="020B0503020204020204" pitchFamily="34" charset="-122"/>
              </a:rPr>
              <a:t>价格评价指标</a:t>
            </a:r>
            <a:endParaRPr lang="en-US" altLang="zh-CN" b="1" dirty="0">
              <a:solidFill>
                <a:schemeClr val="tx1"/>
              </a:solidFill>
              <a:latin typeface="微软雅黑" panose="020B0503020204020204" pitchFamily="34" charset="-122"/>
              <a:ea typeface="微软雅黑" panose="020B0503020204020204" pitchFamily="34" charset="-122"/>
            </a:endParaRPr>
          </a:p>
          <a:p>
            <a:pPr algn="ctr"/>
            <a:endParaRPr lang="en-US" altLang="zh-CN" dirty="0">
              <a:solidFill>
                <a:schemeClr val="tx1"/>
              </a:solidFill>
              <a:latin typeface="微软雅黑" panose="020B0503020204020204" pitchFamily="34" charset="-122"/>
              <a:ea typeface="微软雅黑" panose="020B0503020204020204" pitchFamily="34" charset="-122"/>
            </a:endParaRPr>
          </a:p>
          <a:p>
            <a:pPr algn="ctr"/>
            <a:r>
              <a:rPr lang="en-US" altLang="zh-CN" dirty="0">
                <a:solidFill>
                  <a:schemeClr val="tx1"/>
                </a:solidFill>
                <a:latin typeface="微软雅黑" panose="020B0503020204020204" pitchFamily="34" charset="-122"/>
                <a:ea typeface="微软雅黑" panose="020B0503020204020204" pitchFamily="34" charset="-122"/>
              </a:rPr>
              <a:t>(</a:t>
            </a:r>
            <a:r>
              <a:rPr lang="zh-CN" altLang="en-US" dirty="0">
                <a:solidFill>
                  <a:schemeClr val="tx1"/>
                </a:solidFill>
                <a:latin typeface="微软雅黑" panose="020B0503020204020204" pitchFamily="34" charset="-122"/>
                <a:ea typeface="微软雅黑" panose="020B0503020204020204" pitchFamily="34" charset="-122"/>
              </a:rPr>
              <a:t>实际价格 </a:t>
            </a:r>
            <a:r>
              <a:rPr lang="en-US" altLang="zh-CN" dirty="0">
                <a:solidFill>
                  <a:schemeClr val="tx1"/>
                </a:solidFill>
                <a:latin typeface="微软雅黑" panose="020B0503020204020204" pitchFamily="34" charset="-122"/>
                <a:ea typeface="微软雅黑" panose="020B0503020204020204" pitchFamily="34" charset="-122"/>
              </a:rPr>
              <a:t>– </a:t>
            </a:r>
            <a:r>
              <a:rPr lang="zh-CN" altLang="en-US" dirty="0">
                <a:solidFill>
                  <a:schemeClr val="tx1"/>
                </a:solidFill>
                <a:latin typeface="微软雅黑" panose="020B0503020204020204" pitchFamily="34" charset="-122"/>
                <a:ea typeface="微软雅黑" panose="020B0503020204020204" pitchFamily="34" charset="-122"/>
              </a:rPr>
              <a:t>标准价格</a:t>
            </a:r>
            <a:r>
              <a:rPr lang="en-US" altLang="zh-CN" dirty="0">
                <a:solidFill>
                  <a:schemeClr val="tx1"/>
                </a:solidFill>
                <a:latin typeface="微软雅黑" panose="020B0503020204020204" pitchFamily="34" charset="-122"/>
                <a:ea typeface="微软雅黑" panose="020B0503020204020204" pitchFamily="34" charset="-122"/>
              </a:rPr>
              <a:t>) X </a:t>
            </a:r>
            <a:r>
              <a:rPr lang="zh-CN" altLang="en-US" dirty="0">
                <a:solidFill>
                  <a:schemeClr val="tx1"/>
                </a:solidFill>
                <a:latin typeface="微软雅黑" panose="020B0503020204020204" pitchFamily="34" charset="-122"/>
                <a:ea typeface="微软雅黑" panose="020B0503020204020204" pitchFamily="34" charset="-122"/>
              </a:rPr>
              <a:t>标准单耗</a:t>
            </a:r>
            <a:endParaRPr lang="en-US" dirty="0">
              <a:solidFill>
                <a:schemeClr val="tx1"/>
              </a:solidFill>
              <a:latin typeface="微软雅黑" panose="020B0503020204020204" pitchFamily="34" charset="-122"/>
              <a:ea typeface="微软雅黑" panose="020B0503020204020204" pitchFamily="34" charset="-122"/>
            </a:endParaRPr>
          </a:p>
          <a:p>
            <a:pPr algn="l"/>
            <a:endParaRPr lang="en-US" dirty="0">
              <a:solidFill>
                <a:schemeClr val="tx1"/>
              </a:solidFill>
              <a:latin typeface="微软雅黑" panose="020B0503020204020204" pitchFamily="34" charset="-122"/>
              <a:ea typeface="微软雅黑" panose="020B0503020204020204" pitchFamily="34" charset="-122"/>
            </a:endParaRPr>
          </a:p>
        </p:txBody>
      </p:sp>
      <p:cxnSp>
        <p:nvCxnSpPr>
          <p:cNvPr id="11" name="Connector: Elbow 10">
            <a:extLst>
              <a:ext uri="{FF2B5EF4-FFF2-40B4-BE49-F238E27FC236}">
                <a16:creationId xmlns:a16="http://schemas.microsoft.com/office/drawing/2014/main" id="{EDC09486-CFD7-84CB-06CA-B57EBA4F5A99}"/>
              </a:ext>
            </a:extLst>
          </p:cNvPr>
          <p:cNvCxnSpPr>
            <a:cxnSpLocks/>
            <a:stCxn id="2" idx="2"/>
            <a:endCxn id="8" idx="0"/>
          </p:cNvCxnSpPr>
          <p:nvPr/>
        </p:nvCxnSpPr>
        <p:spPr>
          <a:xfrm rot="5400000">
            <a:off x="4088720" y="1708958"/>
            <a:ext cx="1368152" cy="2649584"/>
          </a:xfrm>
          <a:prstGeom prst="bentConnector3">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ctor: Elbow 11">
            <a:extLst>
              <a:ext uri="{FF2B5EF4-FFF2-40B4-BE49-F238E27FC236}">
                <a16:creationId xmlns:a16="http://schemas.microsoft.com/office/drawing/2014/main" id="{210B61D2-C00C-7A04-FD19-149281AA7E44}"/>
              </a:ext>
            </a:extLst>
          </p:cNvPr>
          <p:cNvCxnSpPr>
            <a:cxnSpLocks/>
            <a:stCxn id="2" idx="2"/>
            <a:endCxn id="9" idx="0"/>
          </p:cNvCxnSpPr>
          <p:nvPr/>
        </p:nvCxnSpPr>
        <p:spPr>
          <a:xfrm rot="16200000" flipH="1">
            <a:off x="6708059" y="1739203"/>
            <a:ext cx="1368152" cy="2589094"/>
          </a:xfrm>
          <a:prstGeom prst="bentConnector3">
            <a:avLst>
              <a:gd name="adj1" fmla="val 50000"/>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78CFC37C-A70C-AAC7-83DC-F3D32765F756}"/>
              </a:ext>
            </a:extLst>
          </p:cNvPr>
          <p:cNvSpPr/>
          <p:nvPr/>
        </p:nvSpPr>
        <p:spPr>
          <a:xfrm>
            <a:off x="3001243" y="5157986"/>
            <a:ext cx="648072" cy="648072"/>
          </a:xfrm>
          <a:prstGeom prst="ellipse">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latin typeface="微软雅黑" panose="020B0503020204020204" pitchFamily="34" charset="-122"/>
                <a:ea typeface="微软雅黑" panose="020B0503020204020204" pitchFamily="34" charset="-122"/>
              </a:rPr>
              <a:t>A</a:t>
            </a:r>
            <a:endParaRPr lang="en-US" b="1" dirty="0">
              <a:solidFill>
                <a:schemeClr val="bg1"/>
              </a:solidFill>
              <a:latin typeface="微软雅黑" panose="020B0503020204020204" pitchFamily="34" charset="-122"/>
              <a:ea typeface="微软雅黑" panose="020B0503020204020204" pitchFamily="34" charset="-122"/>
            </a:endParaRPr>
          </a:p>
        </p:txBody>
      </p:sp>
      <p:sp>
        <p:nvSpPr>
          <p:cNvPr id="18" name="Oval 17">
            <a:extLst>
              <a:ext uri="{FF2B5EF4-FFF2-40B4-BE49-F238E27FC236}">
                <a16:creationId xmlns:a16="http://schemas.microsoft.com/office/drawing/2014/main" id="{F33F9A0C-6BC6-D642-0493-8A424F7F518D}"/>
              </a:ext>
            </a:extLst>
          </p:cNvPr>
          <p:cNvSpPr/>
          <p:nvPr/>
        </p:nvSpPr>
        <p:spPr>
          <a:xfrm>
            <a:off x="8473851" y="5157986"/>
            <a:ext cx="648072" cy="648072"/>
          </a:xfrm>
          <a:prstGeom prst="ellipse">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latin typeface="微软雅黑" panose="020B0503020204020204" pitchFamily="34" charset="-122"/>
                <a:ea typeface="微软雅黑" panose="020B0503020204020204" pitchFamily="34" charset="-122"/>
              </a:rPr>
              <a:t>B</a:t>
            </a:r>
            <a:endParaRPr lang="en-US" b="1" dirty="0">
              <a:solidFill>
                <a:schemeClr val="bg1"/>
              </a:solidFill>
              <a:latin typeface="微软雅黑" panose="020B0503020204020204" pitchFamily="34" charset="-122"/>
              <a:ea typeface="微软雅黑" panose="020B0503020204020204" pitchFamily="34" charset="-122"/>
            </a:endParaRPr>
          </a:p>
        </p:txBody>
      </p:sp>
      <p:sp>
        <p:nvSpPr>
          <p:cNvPr id="5" name="Plus Sign 4">
            <a:extLst>
              <a:ext uri="{FF2B5EF4-FFF2-40B4-BE49-F238E27FC236}">
                <a16:creationId xmlns:a16="http://schemas.microsoft.com/office/drawing/2014/main" id="{8E292671-31BC-0F64-93EA-7DB961DEE273}"/>
              </a:ext>
            </a:extLst>
          </p:cNvPr>
          <p:cNvSpPr/>
          <p:nvPr/>
        </p:nvSpPr>
        <p:spPr>
          <a:xfrm>
            <a:off x="5930203" y="4365898"/>
            <a:ext cx="360040" cy="360040"/>
          </a:xfrm>
          <a:prstGeom prst="mathPlus">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dirty="0">
              <a:solidFill>
                <a:schemeClr val="tx1"/>
              </a:solidFill>
              <a:latin typeface="微软雅黑" panose="020B0503020204020204" pitchFamily="34" charset="-122"/>
              <a:ea typeface="微软雅黑" panose="020B0503020204020204" pitchFamily="34" charset="-122"/>
            </a:endParaRPr>
          </a:p>
        </p:txBody>
      </p:sp>
      <p:sp>
        <p:nvSpPr>
          <p:cNvPr id="6" name="TextBox 5">
            <a:extLst>
              <a:ext uri="{FF2B5EF4-FFF2-40B4-BE49-F238E27FC236}">
                <a16:creationId xmlns:a16="http://schemas.microsoft.com/office/drawing/2014/main" id="{3482894B-851A-88A7-67E9-AA73EFA859B9}"/>
              </a:ext>
            </a:extLst>
          </p:cNvPr>
          <p:cNvSpPr txBox="1"/>
          <p:nvPr/>
        </p:nvSpPr>
        <p:spPr>
          <a:xfrm>
            <a:off x="1777107" y="5909424"/>
            <a:ext cx="3168352"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运营管理中心</a:t>
            </a:r>
            <a:endParaRPr lang="en-US" dirty="0">
              <a:latin typeface="微软雅黑" panose="020B0503020204020204" pitchFamily="34" charset="-122"/>
              <a:ea typeface="微软雅黑" panose="020B0503020204020204" pitchFamily="34" charset="-122"/>
            </a:endParaRPr>
          </a:p>
        </p:txBody>
      </p:sp>
      <p:sp>
        <p:nvSpPr>
          <p:cNvPr id="7" name="TextBox 6">
            <a:extLst>
              <a:ext uri="{FF2B5EF4-FFF2-40B4-BE49-F238E27FC236}">
                <a16:creationId xmlns:a16="http://schemas.microsoft.com/office/drawing/2014/main" id="{3F39E497-40B3-CF0F-094D-D788218BE1D3}"/>
              </a:ext>
            </a:extLst>
          </p:cNvPr>
          <p:cNvSpPr txBox="1"/>
          <p:nvPr/>
        </p:nvSpPr>
        <p:spPr>
          <a:xfrm>
            <a:off x="7213711" y="5909424"/>
            <a:ext cx="3168352"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财务部</a:t>
            </a:r>
            <a:endParaRPr 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33053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253AC-FE73-B052-5CCC-8E0800C6937D}"/>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31BDA97F-61B0-B86C-B64C-C1D1D17D251A}"/>
              </a:ext>
            </a:extLst>
          </p:cNvPr>
          <p:cNvSpPr>
            <a:spLocks noGrp="1"/>
          </p:cNvSpPr>
          <p:nvPr>
            <p:ph sz="quarter" idx="10"/>
          </p:nvPr>
        </p:nvSpPr>
        <p:spPr/>
        <p:txBody>
          <a:bodyPr/>
          <a:lstStyle/>
          <a:p>
            <a:r>
              <a:rPr lang="zh-CN" altLang="en-US" dirty="0"/>
              <a:t>标准成本分析与跟踪 </a:t>
            </a:r>
            <a:r>
              <a:rPr lang="en-US" altLang="zh-CN" dirty="0"/>
              <a:t>– </a:t>
            </a:r>
            <a:r>
              <a:rPr lang="zh-CN" altLang="en-US" dirty="0"/>
              <a:t>造纸生产</a:t>
            </a:r>
          </a:p>
        </p:txBody>
      </p:sp>
      <p:pic>
        <p:nvPicPr>
          <p:cNvPr id="8" name="Picture 7" descr="A screenshot of a computer&#10;&#10;AI-generated content may be incorrect.">
            <a:extLst>
              <a:ext uri="{FF2B5EF4-FFF2-40B4-BE49-F238E27FC236}">
                <a16:creationId xmlns:a16="http://schemas.microsoft.com/office/drawing/2014/main" id="{D25B565E-3F29-9E68-1378-739950584435}"/>
              </a:ext>
            </a:extLst>
          </p:cNvPr>
          <p:cNvPicPr>
            <a:picLocks noChangeAspect="1"/>
          </p:cNvPicPr>
          <p:nvPr/>
        </p:nvPicPr>
        <p:blipFill>
          <a:blip r:embed="rId2">
            <a:extLst>
              <a:ext uri="{28A0092B-C50C-407E-A947-70E740481C1C}">
                <a14:useLocalDpi xmlns:a14="http://schemas.microsoft.com/office/drawing/2010/main" val="0"/>
              </a:ext>
            </a:extLst>
          </a:blip>
          <a:srcRect b="25109"/>
          <a:stretch/>
        </p:blipFill>
        <p:spPr>
          <a:xfrm>
            <a:off x="335447" y="2205658"/>
            <a:ext cx="11523178" cy="4080620"/>
          </a:xfrm>
          <a:prstGeom prst="rect">
            <a:avLst/>
          </a:prstGeom>
          <a:ln>
            <a:solidFill>
              <a:schemeClr val="bg1">
                <a:lumMod val="65000"/>
              </a:schemeClr>
            </a:solidFill>
          </a:ln>
        </p:spPr>
      </p:pic>
      <p:sp>
        <p:nvSpPr>
          <p:cNvPr id="9" name="Rectangle 8">
            <a:extLst>
              <a:ext uri="{FF2B5EF4-FFF2-40B4-BE49-F238E27FC236}">
                <a16:creationId xmlns:a16="http://schemas.microsoft.com/office/drawing/2014/main" id="{E10B8FEA-678B-B14F-ED07-F5E65CE35C35}"/>
              </a:ext>
            </a:extLst>
          </p:cNvPr>
          <p:cNvSpPr/>
          <p:nvPr/>
        </p:nvSpPr>
        <p:spPr>
          <a:xfrm>
            <a:off x="336550" y="981522"/>
            <a:ext cx="11522075" cy="1008112"/>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lgn="l">
              <a:lnSpc>
                <a:spcPct val="150000"/>
              </a:lnSpc>
              <a:buFont typeface="Wingdings" panose="05000000000000000000" pitchFamily="2" charset="2"/>
              <a:buChar char="§"/>
            </a:pPr>
            <a:r>
              <a:rPr lang="zh-CN" altLang="en-US" dirty="0">
                <a:solidFill>
                  <a:schemeClr val="tx1"/>
                </a:solidFill>
                <a:latin typeface="微软雅黑" panose="020B0503020204020204" pitchFamily="34" charset="-122"/>
                <a:ea typeface="微软雅黑" panose="020B0503020204020204" pitchFamily="34" charset="-122"/>
              </a:rPr>
              <a:t>造纸的标准成本分析关注配方优化，料耗，化辅消耗，水电汽消耗，包材消耗和抄造成本差异</a:t>
            </a:r>
            <a:endParaRPr lang="en-US" altLang="zh-CN" dirty="0">
              <a:solidFill>
                <a:schemeClr val="tx1"/>
              </a:solidFill>
              <a:latin typeface="微软雅黑" panose="020B0503020204020204" pitchFamily="34" charset="-122"/>
              <a:ea typeface="微软雅黑" panose="020B0503020204020204" pitchFamily="34" charset="-122"/>
            </a:endParaRPr>
          </a:p>
          <a:p>
            <a:pPr marL="285750" indent="-285750" algn="l">
              <a:lnSpc>
                <a:spcPct val="150000"/>
              </a:lnSpc>
              <a:buFont typeface="Wingdings" panose="05000000000000000000" pitchFamily="2" charset="2"/>
              <a:buChar char="§"/>
            </a:pPr>
            <a:r>
              <a:rPr lang="zh-CN" altLang="en-US" dirty="0">
                <a:solidFill>
                  <a:schemeClr val="tx1"/>
                </a:solidFill>
                <a:latin typeface="微软雅黑" panose="020B0503020204020204" pitchFamily="34" charset="-122"/>
                <a:ea typeface="微软雅黑" panose="020B0503020204020204" pitchFamily="34" charset="-122"/>
              </a:rPr>
              <a:t>具体分析颗粒度细化到机台</a:t>
            </a:r>
            <a:r>
              <a:rPr lang="en-US" altLang="zh-CN" dirty="0">
                <a:solidFill>
                  <a:schemeClr val="tx1"/>
                </a:solidFill>
                <a:latin typeface="微软雅黑" panose="020B0503020204020204" pitchFamily="34" charset="-122"/>
                <a:ea typeface="微软雅黑" panose="020B0503020204020204" pitchFamily="34" charset="-122"/>
              </a:rPr>
              <a:t>+</a:t>
            </a:r>
            <a:r>
              <a:rPr lang="zh-CN" altLang="en-US" dirty="0">
                <a:solidFill>
                  <a:schemeClr val="tx1"/>
                </a:solidFill>
                <a:latin typeface="微软雅黑" panose="020B0503020204020204" pitchFamily="34" charset="-122"/>
                <a:ea typeface="微软雅黑" panose="020B0503020204020204" pitchFamily="34" charset="-122"/>
              </a:rPr>
              <a:t>产品</a:t>
            </a:r>
            <a:r>
              <a:rPr lang="en-US" altLang="zh-CN" dirty="0">
                <a:solidFill>
                  <a:schemeClr val="tx1"/>
                </a:solidFill>
                <a:latin typeface="微软雅黑" panose="020B0503020204020204" pitchFamily="34" charset="-122"/>
                <a:ea typeface="微软雅黑" panose="020B0503020204020204" pitchFamily="34" charset="-122"/>
              </a:rPr>
              <a:t>+</a:t>
            </a:r>
            <a:r>
              <a:rPr lang="zh-CN" altLang="en-US" dirty="0">
                <a:solidFill>
                  <a:schemeClr val="tx1"/>
                </a:solidFill>
                <a:latin typeface="微软雅黑" panose="020B0503020204020204" pitchFamily="34" charset="-122"/>
                <a:ea typeface="微软雅黑" panose="020B0503020204020204" pitchFamily="34" charset="-122"/>
              </a:rPr>
              <a:t>克重，更新周期为每天</a:t>
            </a:r>
            <a:endParaRPr lang="en-US"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6788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253AC-FE73-B052-5CCC-8E0800C6937D}"/>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31BDA97F-61B0-B86C-B64C-C1D1D17D251A}"/>
              </a:ext>
            </a:extLst>
          </p:cNvPr>
          <p:cNvSpPr>
            <a:spLocks noGrp="1"/>
          </p:cNvSpPr>
          <p:nvPr>
            <p:ph sz="quarter" idx="10"/>
          </p:nvPr>
        </p:nvSpPr>
        <p:spPr/>
        <p:txBody>
          <a:bodyPr/>
          <a:lstStyle/>
          <a:p>
            <a:r>
              <a:rPr lang="zh-CN" altLang="en-US" dirty="0"/>
              <a:t>标准成本分析与跟踪 </a:t>
            </a:r>
            <a:r>
              <a:rPr lang="en-US" altLang="zh-CN" dirty="0"/>
              <a:t>– </a:t>
            </a:r>
            <a:r>
              <a:rPr lang="zh-CN" altLang="en-US" dirty="0"/>
              <a:t>热电</a:t>
            </a:r>
            <a:r>
              <a:rPr lang="en-US" altLang="zh-CN" dirty="0"/>
              <a:t>/</a:t>
            </a:r>
            <a:r>
              <a:rPr lang="zh-CN" altLang="en-US" dirty="0"/>
              <a:t>污水</a:t>
            </a:r>
          </a:p>
        </p:txBody>
      </p:sp>
      <p:sp>
        <p:nvSpPr>
          <p:cNvPr id="9" name="Rectangle 8">
            <a:extLst>
              <a:ext uri="{FF2B5EF4-FFF2-40B4-BE49-F238E27FC236}">
                <a16:creationId xmlns:a16="http://schemas.microsoft.com/office/drawing/2014/main" id="{E10B8FEA-678B-B14F-ED07-F5E65CE35C35}"/>
              </a:ext>
            </a:extLst>
          </p:cNvPr>
          <p:cNvSpPr/>
          <p:nvPr/>
        </p:nvSpPr>
        <p:spPr>
          <a:xfrm>
            <a:off x="336550" y="981522"/>
            <a:ext cx="11522075" cy="1835136"/>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lgn="l">
              <a:lnSpc>
                <a:spcPct val="150000"/>
              </a:lnSpc>
              <a:buFont typeface="Wingdings" panose="05000000000000000000" pitchFamily="2" charset="2"/>
              <a:buChar char="§"/>
            </a:pPr>
            <a:r>
              <a:rPr lang="zh-CN" altLang="en-US" dirty="0">
                <a:solidFill>
                  <a:schemeClr val="tx1"/>
                </a:solidFill>
                <a:latin typeface="微软雅黑" panose="020B0503020204020204" pitchFamily="34" charset="-122"/>
                <a:ea typeface="微软雅黑" panose="020B0503020204020204" pitchFamily="34" charset="-122"/>
              </a:rPr>
              <a:t>电成本关注自供电成本（供电标煤耗，人工，维修，其他）和外购电成本（避峰就谷）差异分析</a:t>
            </a:r>
            <a:endParaRPr lang="en-US" altLang="zh-CN" dirty="0">
              <a:solidFill>
                <a:schemeClr val="tx1"/>
              </a:solidFill>
              <a:latin typeface="微软雅黑" panose="020B0503020204020204" pitchFamily="34" charset="-122"/>
              <a:ea typeface="微软雅黑" panose="020B0503020204020204" pitchFamily="34" charset="-122"/>
            </a:endParaRPr>
          </a:p>
          <a:p>
            <a:pPr marL="285750" indent="-285750" algn="l">
              <a:lnSpc>
                <a:spcPct val="150000"/>
              </a:lnSpc>
              <a:buFont typeface="Wingdings" panose="05000000000000000000" pitchFamily="2" charset="2"/>
              <a:buChar char="§"/>
            </a:pPr>
            <a:r>
              <a:rPr lang="zh-CN" altLang="en-US" dirty="0">
                <a:solidFill>
                  <a:schemeClr val="tx1"/>
                </a:solidFill>
                <a:latin typeface="微软雅黑" panose="020B0503020204020204" pitchFamily="34" charset="-122"/>
                <a:ea typeface="微软雅黑" panose="020B0503020204020204" pitchFamily="34" charset="-122"/>
              </a:rPr>
              <a:t>汽成本关注供气标煤耗，维修，人工和折旧差异分析。</a:t>
            </a:r>
            <a:endParaRPr lang="en-US" altLang="zh-CN" dirty="0">
              <a:solidFill>
                <a:schemeClr val="tx1"/>
              </a:solidFill>
              <a:latin typeface="微软雅黑" panose="020B0503020204020204" pitchFamily="34" charset="-122"/>
              <a:ea typeface="微软雅黑" panose="020B0503020204020204" pitchFamily="34" charset="-122"/>
            </a:endParaRPr>
          </a:p>
          <a:p>
            <a:pPr marL="285750" indent="-285750" algn="l">
              <a:lnSpc>
                <a:spcPct val="150000"/>
              </a:lnSpc>
              <a:buFont typeface="Wingdings" panose="05000000000000000000" pitchFamily="2" charset="2"/>
              <a:buChar char="§"/>
            </a:pPr>
            <a:r>
              <a:rPr lang="zh-CN" altLang="en-US" dirty="0">
                <a:solidFill>
                  <a:schemeClr val="tx1"/>
                </a:solidFill>
                <a:latin typeface="微软雅黑" panose="020B0503020204020204" pitchFamily="34" charset="-122"/>
                <a:ea typeface="微软雅黑" panose="020B0503020204020204" pitchFamily="34" charset="-122"/>
              </a:rPr>
              <a:t>污水成本关注化辅，电耗，维修，制造，折旧，人工的差异分析。</a:t>
            </a:r>
            <a:endParaRPr lang="en-US" altLang="zh-CN" dirty="0">
              <a:solidFill>
                <a:schemeClr val="tx1"/>
              </a:solidFill>
              <a:latin typeface="微软雅黑" panose="020B0503020204020204" pitchFamily="34" charset="-122"/>
              <a:ea typeface="微软雅黑" panose="020B0503020204020204" pitchFamily="34" charset="-122"/>
            </a:endParaRPr>
          </a:p>
          <a:p>
            <a:pPr marL="285750" indent="-285750" algn="l">
              <a:lnSpc>
                <a:spcPct val="150000"/>
              </a:lnSpc>
              <a:buFont typeface="Wingdings" panose="05000000000000000000" pitchFamily="2" charset="2"/>
              <a:buChar char="§"/>
            </a:pPr>
            <a:r>
              <a:rPr lang="zh-CN" altLang="en-US" dirty="0">
                <a:solidFill>
                  <a:schemeClr val="tx1"/>
                </a:solidFill>
                <a:latin typeface="微软雅黑" panose="020B0503020204020204" pitchFamily="34" charset="-122"/>
                <a:ea typeface="微软雅黑" panose="020B0503020204020204" pitchFamily="34" charset="-122"/>
              </a:rPr>
              <a:t>具体分析颗粒度到基地，更新周期为每月。</a:t>
            </a:r>
            <a:endParaRPr lang="en-US" dirty="0">
              <a:solidFill>
                <a:schemeClr val="tx1"/>
              </a:solidFill>
              <a:latin typeface="微软雅黑" panose="020B0503020204020204" pitchFamily="34" charset="-122"/>
              <a:ea typeface="微软雅黑" panose="020B0503020204020204" pitchFamily="34" charset="-122"/>
            </a:endParaRPr>
          </a:p>
        </p:txBody>
      </p:sp>
      <p:graphicFrame>
        <p:nvGraphicFramePr>
          <p:cNvPr id="2" name="Table 1">
            <a:extLst>
              <a:ext uri="{FF2B5EF4-FFF2-40B4-BE49-F238E27FC236}">
                <a16:creationId xmlns:a16="http://schemas.microsoft.com/office/drawing/2014/main" id="{DB413A81-6277-1B42-EF89-B9D461102AB5}"/>
              </a:ext>
            </a:extLst>
          </p:cNvPr>
          <p:cNvGraphicFramePr>
            <a:graphicFrameLocks noGrp="1"/>
          </p:cNvGraphicFramePr>
          <p:nvPr>
            <p:extLst>
              <p:ext uri="{D42A27DB-BD31-4B8C-83A1-F6EECF244321}">
                <p14:modId xmlns:p14="http://schemas.microsoft.com/office/powerpoint/2010/main" val="1371501921"/>
              </p:ext>
            </p:extLst>
          </p:nvPr>
        </p:nvGraphicFramePr>
        <p:xfrm>
          <a:off x="1129031" y="4355217"/>
          <a:ext cx="10729585" cy="946785"/>
        </p:xfrm>
        <a:graphic>
          <a:graphicData uri="http://schemas.openxmlformats.org/drawingml/2006/table">
            <a:tbl>
              <a:tblPr/>
              <a:tblGrid>
                <a:gridCol w="737634">
                  <a:extLst>
                    <a:ext uri="{9D8B030D-6E8A-4147-A177-3AD203B41FA5}">
                      <a16:colId xmlns:a16="http://schemas.microsoft.com/office/drawing/2014/main" val="149790941"/>
                    </a:ext>
                  </a:extLst>
                </a:gridCol>
                <a:gridCol w="1100973">
                  <a:extLst>
                    <a:ext uri="{9D8B030D-6E8A-4147-A177-3AD203B41FA5}">
                      <a16:colId xmlns:a16="http://schemas.microsoft.com/office/drawing/2014/main" val="1203090646"/>
                    </a:ext>
                  </a:extLst>
                </a:gridCol>
                <a:gridCol w="879904">
                  <a:extLst>
                    <a:ext uri="{9D8B030D-6E8A-4147-A177-3AD203B41FA5}">
                      <a16:colId xmlns:a16="http://schemas.microsoft.com/office/drawing/2014/main" val="1749439956"/>
                    </a:ext>
                  </a:extLst>
                </a:gridCol>
                <a:gridCol w="1063765">
                  <a:extLst>
                    <a:ext uri="{9D8B030D-6E8A-4147-A177-3AD203B41FA5}">
                      <a16:colId xmlns:a16="http://schemas.microsoft.com/office/drawing/2014/main" val="2627066126"/>
                    </a:ext>
                  </a:extLst>
                </a:gridCol>
                <a:gridCol w="1063765">
                  <a:extLst>
                    <a:ext uri="{9D8B030D-6E8A-4147-A177-3AD203B41FA5}">
                      <a16:colId xmlns:a16="http://schemas.microsoft.com/office/drawing/2014/main" val="3443604153"/>
                    </a:ext>
                  </a:extLst>
                </a:gridCol>
                <a:gridCol w="735443">
                  <a:extLst>
                    <a:ext uri="{9D8B030D-6E8A-4147-A177-3AD203B41FA5}">
                      <a16:colId xmlns:a16="http://schemas.microsoft.com/office/drawing/2014/main" val="845606251"/>
                    </a:ext>
                  </a:extLst>
                </a:gridCol>
                <a:gridCol w="735443">
                  <a:extLst>
                    <a:ext uri="{9D8B030D-6E8A-4147-A177-3AD203B41FA5}">
                      <a16:colId xmlns:a16="http://schemas.microsoft.com/office/drawing/2014/main" val="1686020531"/>
                    </a:ext>
                  </a:extLst>
                </a:gridCol>
                <a:gridCol w="735443">
                  <a:extLst>
                    <a:ext uri="{9D8B030D-6E8A-4147-A177-3AD203B41FA5}">
                      <a16:colId xmlns:a16="http://schemas.microsoft.com/office/drawing/2014/main" val="2785670783"/>
                    </a:ext>
                  </a:extLst>
                </a:gridCol>
                <a:gridCol w="735443">
                  <a:extLst>
                    <a:ext uri="{9D8B030D-6E8A-4147-A177-3AD203B41FA5}">
                      <a16:colId xmlns:a16="http://schemas.microsoft.com/office/drawing/2014/main" val="3290721938"/>
                    </a:ext>
                  </a:extLst>
                </a:gridCol>
                <a:gridCol w="735443">
                  <a:extLst>
                    <a:ext uri="{9D8B030D-6E8A-4147-A177-3AD203B41FA5}">
                      <a16:colId xmlns:a16="http://schemas.microsoft.com/office/drawing/2014/main" val="2095712514"/>
                    </a:ext>
                  </a:extLst>
                </a:gridCol>
                <a:gridCol w="735443">
                  <a:extLst>
                    <a:ext uri="{9D8B030D-6E8A-4147-A177-3AD203B41FA5}">
                      <a16:colId xmlns:a16="http://schemas.microsoft.com/office/drawing/2014/main" val="4031230683"/>
                    </a:ext>
                  </a:extLst>
                </a:gridCol>
                <a:gridCol w="735443">
                  <a:extLst>
                    <a:ext uri="{9D8B030D-6E8A-4147-A177-3AD203B41FA5}">
                      <a16:colId xmlns:a16="http://schemas.microsoft.com/office/drawing/2014/main" val="2334639146"/>
                    </a:ext>
                  </a:extLst>
                </a:gridCol>
                <a:gridCol w="735443">
                  <a:extLst>
                    <a:ext uri="{9D8B030D-6E8A-4147-A177-3AD203B41FA5}">
                      <a16:colId xmlns:a16="http://schemas.microsoft.com/office/drawing/2014/main" val="1538922013"/>
                    </a:ext>
                  </a:extLst>
                </a:gridCol>
              </a:tblGrid>
              <a:tr h="0">
                <a:tc rowSpan="2">
                  <a:txBody>
                    <a:bodyPr/>
                    <a:lstStyle/>
                    <a:p>
                      <a:pPr algn="ctr" fontAlgn="ctr"/>
                      <a:r>
                        <a:rPr lang="zh-TW" altLang="en-US" sz="1400" b="0" i="0" u="none" strike="noStrike" dirty="0">
                          <a:solidFill>
                            <a:srgbClr val="000000"/>
                          </a:solidFill>
                          <a:effectLst/>
                          <a:latin typeface="仿宋" panose="02010609060101010101" pitchFamily="49" charset="-122"/>
                          <a:ea typeface="仿宋" panose="02010609060101010101" pitchFamily="49" charset="-122"/>
                        </a:rPr>
                        <a:t>基地</a:t>
                      </a:r>
                    </a:p>
                  </a:txBody>
                  <a:tcPr marL="7620" marR="7620" marT="7620" marB="0" anchor="ctr">
                    <a:lnL>
                      <a:noFill/>
                    </a:lnL>
                    <a:lnR w="1270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gridSpan="4">
                  <a:txBody>
                    <a:bodyPr/>
                    <a:lstStyle/>
                    <a:p>
                      <a:pPr algn="ctr" fontAlgn="ctr"/>
                      <a:r>
                        <a:rPr lang="zh-TW" altLang="en-US" sz="1400" b="0" i="0" u="none" strike="noStrike" dirty="0">
                          <a:solidFill>
                            <a:srgbClr val="000000"/>
                          </a:solidFill>
                          <a:effectLst/>
                          <a:latin typeface="仿宋" panose="02010609060101010101" pitchFamily="49" charset="-122"/>
                          <a:ea typeface="仿宋" panose="02010609060101010101" pitchFamily="49" charset="-122"/>
                        </a:rPr>
                        <a:t>汽成本合计</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ctr"/>
                      <a:r>
                        <a:rPr lang="zh-TW" altLang="en-US" sz="1400" b="0" i="0" u="none" strike="noStrike">
                          <a:solidFill>
                            <a:srgbClr val="000000"/>
                          </a:solidFill>
                          <a:effectLst/>
                          <a:latin typeface="仿宋" panose="02010609060101010101" pitchFamily="49" charset="-122"/>
                          <a:ea typeface="仿宋" panose="02010609060101010101" pitchFamily="49" charset="-122"/>
                        </a:rPr>
                        <a:t>汽</a:t>
                      </a:r>
                      <a:r>
                        <a:rPr lang="en-US" altLang="zh-TW" sz="1400" b="0" i="0" u="none" strike="noStrike">
                          <a:solidFill>
                            <a:srgbClr val="000000"/>
                          </a:solidFill>
                          <a:effectLst/>
                          <a:latin typeface="仿宋" panose="02010609060101010101" pitchFamily="49" charset="-122"/>
                          <a:ea typeface="仿宋" panose="02010609060101010101" pitchFamily="49" charset="-122"/>
                        </a:rPr>
                        <a:t>-</a:t>
                      </a:r>
                      <a:r>
                        <a:rPr lang="zh-TW" altLang="en-US" sz="1400" b="0" i="0" u="none" strike="noStrike">
                          <a:solidFill>
                            <a:srgbClr val="000000"/>
                          </a:solidFill>
                          <a:effectLst/>
                          <a:latin typeface="仿宋" panose="02010609060101010101" pitchFamily="49" charset="-122"/>
                          <a:ea typeface="仿宋" panose="02010609060101010101" pitchFamily="49" charset="-122"/>
                        </a:rPr>
                        <a:t>煤成本</a:t>
                      </a:r>
                    </a:p>
                  </a:txBody>
                  <a:tcPr marL="7620" marR="7620" marT="7620" marB="0" anchor="ctr">
                    <a:lnL w="12700" cap="flat" cmpd="sng" algn="ctr">
                      <a:solidFill>
                        <a:srgbClr val="000000"/>
                      </a:solidFill>
                      <a:prstDash val="solid"/>
                      <a:round/>
                      <a:headEnd type="none" w="med" len="med"/>
                      <a:tailEnd type="none" w="med" len="med"/>
                    </a:lnL>
                    <a:lnR w="6350" cap="flat" cmpd="sng" algn="ctr">
                      <a:solidFill>
                        <a:srgbClr val="000000"/>
                      </a:solidFill>
                      <a:prstDash val="dash"/>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tc>
                <a:tc gridSpan="2">
                  <a:txBody>
                    <a:bodyPr/>
                    <a:lstStyle/>
                    <a:p>
                      <a:pPr algn="ctr" fontAlgn="ctr"/>
                      <a:r>
                        <a:rPr lang="zh-CN" altLang="en-US" sz="1400" b="0" i="0" u="none" strike="noStrike">
                          <a:solidFill>
                            <a:srgbClr val="000000"/>
                          </a:solidFill>
                          <a:effectLst/>
                          <a:latin typeface="仿宋" panose="02010609060101010101" pitchFamily="49" charset="-122"/>
                          <a:ea typeface="仿宋" panose="02010609060101010101" pitchFamily="49" charset="-122"/>
                        </a:rPr>
                        <a:t>归热折旧费用</a:t>
                      </a:r>
                    </a:p>
                  </a:txBody>
                  <a:tcPr marL="7620" marR="7620" marT="7620"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tc>
                <a:tc gridSpan="2">
                  <a:txBody>
                    <a:bodyPr/>
                    <a:lstStyle/>
                    <a:p>
                      <a:pPr algn="ctr" fontAlgn="ctr"/>
                      <a:r>
                        <a:rPr lang="zh-TW" altLang="en-US" sz="1400" b="0" i="0" u="none" strike="noStrike">
                          <a:solidFill>
                            <a:srgbClr val="000000"/>
                          </a:solidFill>
                          <a:effectLst/>
                          <a:latin typeface="仿宋" panose="02010609060101010101" pitchFamily="49" charset="-122"/>
                          <a:ea typeface="仿宋" panose="02010609060101010101" pitchFamily="49" charset="-122"/>
                        </a:rPr>
                        <a:t>归热维修费</a:t>
                      </a:r>
                    </a:p>
                  </a:txBody>
                  <a:tcPr marL="7620" marR="7620" marT="7620" marB="0" anchor="ctr">
                    <a:lnL w="635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tc>
                <a:tc gridSpan="2">
                  <a:txBody>
                    <a:bodyPr/>
                    <a:lstStyle/>
                    <a:p>
                      <a:pPr algn="ctr" fontAlgn="ctr"/>
                      <a:r>
                        <a:rPr lang="zh-CN" altLang="en-US" sz="1400" b="0" i="0" u="none" strike="noStrike">
                          <a:solidFill>
                            <a:srgbClr val="000000"/>
                          </a:solidFill>
                          <a:effectLst/>
                          <a:latin typeface="仿宋" panose="02010609060101010101" pitchFamily="49" charset="-122"/>
                          <a:ea typeface="仿宋" panose="02010609060101010101" pitchFamily="49" charset="-122"/>
                        </a:rPr>
                        <a:t>归热人工费用</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dashDot"/>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tc>
                <a:extLst>
                  <a:ext uri="{0D108BD9-81ED-4DB2-BD59-A6C34878D82A}">
                    <a16:rowId xmlns:a16="http://schemas.microsoft.com/office/drawing/2014/main" val="2032680925"/>
                  </a:ext>
                </a:extLst>
              </a:tr>
              <a:tr h="253365">
                <a:tc vMerge="1">
                  <a:txBody>
                    <a:bodyPr/>
                    <a:lstStyle/>
                    <a:p>
                      <a:endParaRPr lang="en-US"/>
                    </a:p>
                  </a:txBody>
                  <a:tcPr/>
                </a:tc>
                <a:tc>
                  <a:txBody>
                    <a:bodyPr/>
                    <a:lstStyle/>
                    <a:p>
                      <a:pPr algn="ctr" fontAlgn="ctr"/>
                      <a:r>
                        <a:rPr lang="zh-TW" altLang="en-US" sz="1400" b="0" i="0" u="none" strike="noStrike">
                          <a:solidFill>
                            <a:srgbClr val="000000"/>
                          </a:solidFill>
                          <a:effectLst/>
                          <a:latin typeface="仿宋" panose="02010609060101010101" pitchFamily="49" charset="-122"/>
                          <a:ea typeface="仿宋" panose="02010609060101010101" pitchFamily="49" charset="-122"/>
                        </a:rPr>
                        <a:t>标准</a:t>
                      </a:r>
                    </a:p>
                  </a:txBody>
                  <a:tcPr marL="7620" marR="7620" marT="762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400" b="0" i="0" u="none" strike="noStrike">
                          <a:solidFill>
                            <a:srgbClr val="000000"/>
                          </a:solidFill>
                          <a:effectLst/>
                          <a:latin typeface="仿宋" panose="02010609060101010101" pitchFamily="49" charset="-122"/>
                          <a:ea typeface="仿宋" panose="02010609060101010101" pitchFamily="49" charset="-122"/>
                        </a:rPr>
                        <a:t>实际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400" b="0" i="0" u="none" strike="noStrike">
                          <a:solidFill>
                            <a:srgbClr val="000000"/>
                          </a:solidFill>
                          <a:effectLst/>
                          <a:latin typeface="仿宋" panose="02010609060101010101" pitchFamily="49" charset="-122"/>
                          <a:ea typeface="仿宋" panose="02010609060101010101" pitchFamily="49" charset="-122"/>
                        </a:rPr>
                        <a:t>差异</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400" b="0" i="0" u="none" strike="noStrike" dirty="0">
                          <a:solidFill>
                            <a:srgbClr val="000000"/>
                          </a:solidFill>
                          <a:effectLst/>
                          <a:latin typeface="仿宋" panose="02010609060101010101" pitchFamily="49" charset="-122"/>
                          <a:ea typeface="仿宋" panose="02010609060101010101" pitchFamily="49" charset="-122"/>
                        </a:rPr>
                        <a:t>标准</a:t>
                      </a:r>
                      <a:r>
                        <a:rPr lang="en-US" altLang="zh-TW" sz="1400" b="0" i="0" u="none" strike="noStrike" dirty="0">
                          <a:solidFill>
                            <a:srgbClr val="000000"/>
                          </a:solidFill>
                          <a:effectLst/>
                          <a:latin typeface="仿宋" panose="02010609060101010101" pitchFamily="49" charset="-122"/>
                          <a:ea typeface="仿宋" panose="02010609060101010101" pitchFamily="49" charset="-122"/>
                        </a:rPr>
                        <a:t>/</a:t>
                      </a:r>
                      <a:r>
                        <a:rPr lang="zh-TW" altLang="en-US" sz="1400" b="0" i="0" u="none" strike="noStrike" dirty="0">
                          <a:solidFill>
                            <a:srgbClr val="000000"/>
                          </a:solidFill>
                          <a:effectLst/>
                          <a:latin typeface="仿宋" panose="02010609060101010101" pitchFamily="49" charset="-122"/>
                          <a:ea typeface="仿宋" panose="02010609060101010101" pitchFamily="49" charset="-122"/>
                        </a:rPr>
                        <a:t>实际</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400" b="0" i="0" u="none" strike="noStrike" dirty="0">
                          <a:solidFill>
                            <a:srgbClr val="000000"/>
                          </a:solidFill>
                          <a:effectLst/>
                          <a:latin typeface="仿宋" panose="02010609060101010101" pitchFamily="49" charset="-122"/>
                          <a:ea typeface="仿宋" panose="02010609060101010101" pitchFamily="49" charset="-122"/>
                        </a:rPr>
                        <a:t>标准</a:t>
                      </a:r>
                    </a:p>
                  </a:txBody>
                  <a:tcPr marL="7620" marR="7620" marT="762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400" b="0" i="0" u="none" strike="noStrike" dirty="0">
                          <a:solidFill>
                            <a:srgbClr val="000000"/>
                          </a:solidFill>
                          <a:effectLst/>
                          <a:latin typeface="仿宋" panose="02010609060101010101" pitchFamily="49" charset="-122"/>
                          <a:ea typeface="仿宋" panose="02010609060101010101" pitchFamily="49" charset="-122"/>
                        </a:rPr>
                        <a:t>实际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400" b="0" i="0" u="none" strike="noStrike" dirty="0">
                          <a:solidFill>
                            <a:srgbClr val="000000"/>
                          </a:solidFill>
                          <a:effectLst/>
                          <a:latin typeface="仿宋" panose="02010609060101010101" pitchFamily="49" charset="-122"/>
                          <a:ea typeface="仿宋" panose="02010609060101010101" pitchFamily="49" charset="-122"/>
                        </a:rPr>
                        <a:t>标准</a:t>
                      </a:r>
                    </a:p>
                  </a:txBody>
                  <a:tcPr marL="7620" marR="7620" marT="7620" marB="0" anchor="ctr">
                    <a:lnL w="635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400" b="0" i="0" u="none" strike="noStrike" dirty="0">
                          <a:solidFill>
                            <a:srgbClr val="000000"/>
                          </a:solidFill>
                          <a:effectLst/>
                          <a:latin typeface="仿宋" panose="02010609060101010101" pitchFamily="49" charset="-122"/>
                          <a:ea typeface="仿宋" panose="02010609060101010101" pitchFamily="49" charset="-122"/>
                        </a:rPr>
                        <a:t>实际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400" b="0" i="0" u="none" strike="noStrike" dirty="0">
                          <a:solidFill>
                            <a:srgbClr val="000000"/>
                          </a:solidFill>
                          <a:effectLst/>
                          <a:latin typeface="仿宋" panose="02010609060101010101" pitchFamily="49" charset="-122"/>
                          <a:ea typeface="仿宋" panose="02010609060101010101" pitchFamily="49" charset="-122"/>
                        </a:rPr>
                        <a:t>标准</a:t>
                      </a:r>
                    </a:p>
                  </a:txBody>
                  <a:tcPr marL="7620" marR="7620" marT="7620" marB="0" anchor="ctr">
                    <a:lnL w="635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400" b="0" i="0" u="none" strike="noStrike">
                          <a:solidFill>
                            <a:srgbClr val="000000"/>
                          </a:solidFill>
                          <a:effectLst/>
                          <a:latin typeface="仿宋" panose="02010609060101010101" pitchFamily="49" charset="-122"/>
                          <a:ea typeface="仿宋" panose="02010609060101010101" pitchFamily="49" charset="-122"/>
                        </a:rPr>
                        <a:t>实际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400" b="0" i="0" u="none" strike="noStrike">
                          <a:solidFill>
                            <a:srgbClr val="000000"/>
                          </a:solidFill>
                          <a:effectLst/>
                          <a:latin typeface="仿宋" panose="02010609060101010101" pitchFamily="49" charset="-122"/>
                          <a:ea typeface="仿宋" panose="02010609060101010101" pitchFamily="49" charset="-122"/>
                        </a:rPr>
                        <a:t>标准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400" b="0" i="0" u="none" strike="noStrike" dirty="0">
                          <a:solidFill>
                            <a:srgbClr val="000000"/>
                          </a:solidFill>
                          <a:effectLst/>
                          <a:latin typeface="仿宋" panose="02010609060101010101" pitchFamily="49" charset="-122"/>
                          <a:ea typeface="仿宋" panose="02010609060101010101" pitchFamily="49" charset="-122"/>
                        </a:rPr>
                        <a:t>实际</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dash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62262613"/>
                  </a:ext>
                </a:extLst>
              </a:tr>
              <a:tr h="236220">
                <a:tc>
                  <a:txBody>
                    <a:bodyPr/>
                    <a:lstStyle/>
                    <a:p>
                      <a:pPr algn="ctr" fontAlgn="b"/>
                      <a:r>
                        <a:rPr lang="zh-TW" altLang="en-US" sz="1400" b="0" i="0" u="none" strike="noStrike" dirty="0">
                          <a:solidFill>
                            <a:srgbClr val="000000"/>
                          </a:solidFill>
                          <a:effectLst/>
                          <a:latin typeface="仿宋" panose="02010609060101010101" pitchFamily="49" charset="-122"/>
                          <a:ea typeface="仿宋" panose="02010609060101010101" pitchFamily="49" charset="-122"/>
                        </a:rPr>
                        <a:t>安徽</a:t>
                      </a:r>
                    </a:p>
                  </a:txBody>
                  <a:tcPr marL="7620" marR="7620" marT="7620"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1" i="0" u="none" strike="noStrike" dirty="0">
                          <a:solidFill>
                            <a:srgbClr val="000000"/>
                          </a:solidFill>
                          <a:effectLst/>
                          <a:latin typeface="仿宋" panose="02010609060101010101" pitchFamily="49" charset="-122"/>
                          <a:ea typeface="仿宋" panose="02010609060101010101" pitchFamily="49" charset="-122"/>
                        </a:rPr>
                        <a:t>121.8 </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1" i="0" u="none" strike="noStrike" dirty="0">
                          <a:solidFill>
                            <a:srgbClr val="000000"/>
                          </a:solidFill>
                          <a:effectLst/>
                          <a:latin typeface="仿宋" panose="02010609060101010101" pitchFamily="49" charset="-122"/>
                          <a:ea typeface="仿宋" panose="02010609060101010101" pitchFamily="49" charset="-122"/>
                        </a:rPr>
                        <a:t>121.4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仿宋" panose="02010609060101010101" pitchFamily="49" charset="-122"/>
                          <a:ea typeface="仿宋" panose="02010609060101010101" pitchFamily="49" charset="-122"/>
                        </a:rPr>
                        <a:t>0.4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仿宋" panose="02010609060101010101" pitchFamily="49" charset="-122"/>
                          <a:ea typeface="仿宋" panose="02010609060101010101" pitchFamily="49" charset="-122"/>
                        </a:rPr>
                        <a:t>100.3%</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仿宋" panose="02010609060101010101" pitchFamily="49" charset="-122"/>
                          <a:ea typeface="仿宋" panose="02010609060101010101" pitchFamily="49" charset="-122"/>
                        </a:rPr>
                        <a:t>97.6 </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仿宋" panose="02010609060101010101" pitchFamily="49" charset="-122"/>
                          <a:ea typeface="仿宋" panose="02010609060101010101" pitchFamily="49" charset="-122"/>
                        </a:rPr>
                        <a:t>98.7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dash"/>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仿宋" panose="02010609060101010101" pitchFamily="49" charset="-122"/>
                          <a:ea typeface="仿宋" panose="02010609060101010101" pitchFamily="49" charset="-122"/>
                        </a:rPr>
                        <a:t>10.5 </a:t>
                      </a:r>
                    </a:p>
                  </a:txBody>
                  <a:tcPr marL="7620" marR="7620" marT="7620" marB="0" anchor="b">
                    <a:lnL w="635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仿宋" panose="02010609060101010101" pitchFamily="49" charset="-122"/>
                          <a:ea typeface="仿宋" panose="02010609060101010101" pitchFamily="49" charset="-122"/>
                        </a:rPr>
                        <a:t>9.8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dash"/>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dirty="0">
                          <a:solidFill>
                            <a:srgbClr val="000000"/>
                          </a:solidFill>
                          <a:effectLst/>
                          <a:latin typeface="仿宋" panose="02010609060101010101" pitchFamily="49" charset="-122"/>
                          <a:ea typeface="仿宋" panose="02010609060101010101" pitchFamily="49" charset="-122"/>
                        </a:rPr>
                        <a:t>2.6 </a:t>
                      </a:r>
                    </a:p>
                  </a:txBody>
                  <a:tcPr marL="7620" marR="7620" marT="7620" marB="0" anchor="b">
                    <a:lnL w="635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dirty="0">
                          <a:solidFill>
                            <a:srgbClr val="000000"/>
                          </a:solidFill>
                          <a:effectLst/>
                          <a:latin typeface="仿宋" panose="02010609060101010101" pitchFamily="49" charset="-122"/>
                          <a:ea typeface="仿宋" panose="02010609060101010101" pitchFamily="49" charset="-122"/>
                        </a:rPr>
                        <a:t>2.6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dirty="0">
                          <a:solidFill>
                            <a:srgbClr val="000000"/>
                          </a:solidFill>
                          <a:effectLst/>
                          <a:latin typeface="仿宋" panose="02010609060101010101" pitchFamily="49" charset="-122"/>
                          <a:ea typeface="仿宋" panose="02010609060101010101" pitchFamily="49" charset="-122"/>
                        </a:rPr>
                        <a:t>5.4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仿宋" panose="02010609060101010101" pitchFamily="49" charset="-122"/>
                          <a:ea typeface="仿宋" panose="02010609060101010101" pitchFamily="49" charset="-122"/>
                        </a:rPr>
                        <a:t>5.0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dashDot"/>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5553842"/>
                  </a:ext>
                </a:extLst>
              </a:tr>
              <a:tr h="236220">
                <a:tc>
                  <a:txBody>
                    <a:bodyPr/>
                    <a:lstStyle/>
                    <a:p>
                      <a:pPr algn="ctr" fontAlgn="b"/>
                      <a:r>
                        <a:rPr lang="zh-TW" altLang="en-US" sz="1400" b="0" i="0" u="none" strike="noStrike">
                          <a:solidFill>
                            <a:srgbClr val="000000"/>
                          </a:solidFill>
                          <a:effectLst/>
                          <a:latin typeface="仿宋" panose="02010609060101010101" pitchFamily="49" charset="-122"/>
                          <a:ea typeface="仿宋" panose="02010609060101010101" pitchFamily="49" charset="-122"/>
                        </a:rPr>
                        <a:t>浙江</a:t>
                      </a:r>
                    </a:p>
                  </a:txBody>
                  <a:tcPr marL="7620" marR="7620" marT="7620"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1" i="0" u="none" strike="noStrike">
                          <a:solidFill>
                            <a:srgbClr val="000000"/>
                          </a:solidFill>
                          <a:effectLst/>
                          <a:latin typeface="仿宋" panose="02010609060101010101" pitchFamily="49" charset="-122"/>
                          <a:ea typeface="仿宋" panose="02010609060101010101" pitchFamily="49" charset="-122"/>
                        </a:rPr>
                        <a:t>119.8 </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1" i="0" u="none" strike="noStrike" dirty="0">
                          <a:solidFill>
                            <a:srgbClr val="000000"/>
                          </a:solidFill>
                          <a:effectLst/>
                          <a:latin typeface="仿宋" panose="02010609060101010101" pitchFamily="49" charset="-122"/>
                          <a:ea typeface="仿宋" panose="02010609060101010101" pitchFamily="49" charset="-122"/>
                        </a:rPr>
                        <a:t>120.4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仿宋" panose="02010609060101010101" pitchFamily="49" charset="-122"/>
                          <a:ea typeface="仿宋" panose="02010609060101010101" pitchFamily="49" charset="-122"/>
                        </a:rPr>
                        <a:t>-0.6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仿宋" panose="02010609060101010101" pitchFamily="49" charset="-122"/>
                          <a:ea typeface="仿宋" panose="02010609060101010101" pitchFamily="49" charset="-122"/>
                        </a:rPr>
                        <a:t>99.5%</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仿宋" panose="02010609060101010101" pitchFamily="49" charset="-122"/>
                          <a:ea typeface="仿宋" panose="02010609060101010101" pitchFamily="49" charset="-122"/>
                        </a:rPr>
                        <a:t>95.4 </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仿宋" panose="02010609060101010101" pitchFamily="49" charset="-122"/>
                          <a:ea typeface="仿宋" panose="02010609060101010101" pitchFamily="49" charset="-122"/>
                        </a:rPr>
                        <a:t>98.4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仿宋" panose="02010609060101010101" pitchFamily="49" charset="-122"/>
                          <a:ea typeface="仿宋" panose="02010609060101010101" pitchFamily="49" charset="-122"/>
                        </a:rPr>
                        <a:t>9.7 </a:t>
                      </a:r>
                    </a:p>
                  </a:txBody>
                  <a:tcPr marL="7620" marR="7620" marT="7620" marB="0" anchor="b">
                    <a:lnL w="635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仿宋" panose="02010609060101010101" pitchFamily="49" charset="-122"/>
                          <a:ea typeface="仿宋" panose="02010609060101010101" pitchFamily="49" charset="-122"/>
                        </a:rPr>
                        <a:t>9.4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仿宋" panose="02010609060101010101" pitchFamily="49" charset="-122"/>
                          <a:ea typeface="仿宋" panose="02010609060101010101" pitchFamily="49" charset="-122"/>
                        </a:rPr>
                        <a:t>2.2 </a:t>
                      </a:r>
                    </a:p>
                  </a:txBody>
                  <a:tcPr marL="7620" marR="7620" marT="7620" marB="0" anchor="b">
                    <a:lnL w="635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仿宋" panose="02010609060101010101" pitchFamily="49" charset="-122"/>
                          <a:ea typeface="仿宋" panose="02010609060101010101" pitchFamily="49" charset="-122"/>
                        </a:rPr>
                        <a:t>2.1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仿宋" panose="02010609060101010101" pitchFamily="49" charset="-122"/>
                          <a:ea typeface="仿宋" panose="02010609060101010101" pitchFamily="49" charset="-122"/>
                        </a:rPr>
                        <a:t>4.6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dirty="0">
                          <a:solidFill>
                            <a:srgbClr val="000000"/>
                          </a:solidFill>
                          <a:effectLst/>
                          <a:latin typeface="仿宋" panose="02010609060101010101" pitchFamily="49" charset="-122"/>
                          <a:ea typeface="仿宋" panose="02010609060101010101" pitchFamily="49" charset="-122"/>
                        </a:rPr>
                        <a:t>4.3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dash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75482890"/>
                  </a:ext>
                </a:extLst>
              </a:tr>
            </a:tbl>
          </a:graphicData>
        </a:graphic>
      </p:graphicFrame>
      <p:graphicFrame>
        <p:nvGraphicFramePr>
          <p:cNvPr id="4" name="Table 3">
            <a:extLst>
              <a:ext uri="{FF2B5EF4-FFF2-40B4-BE49-F238E27FC236}">
                <a16:creationId xmlns:a16="http://schemas.microsoft.com/office/drawing/2014/main" id="{76CB8C7D-14CD-5657-4FA2-F04599802356}"/>
              </a:ext>
            </a:extLst>
          </p:cNvPr>
          <p:cNvGraphicFramePr>
            <a:graphicFrameLocks noGrp="1"/>
          </p:cNvGraphicFramePr>
          <p:nvPr>
            <p:extLst>
              <p:ext uri="{D42A27DB-BD31-4B8C-83A1-F6EECF244321}">
                <p14:modId xmlns:p14="http://schemas.microsoft.com/office/powerpoint/2010/main" val="3654664204"/>
              </p:ext>
            </p:extLst>
          </p:nvPr>
        </p:nvGraphicFramePr>
        <p:xfrm>
          <a:off x="1128628" y="5574902"/>
          <a:ext cx="10729589" cy="887730"/>
        </p:xfrm>
        <a:graphic>
          <a:graphicData uri="http://schemas.openxmlformats.org/drawingml/2006/table">
            <a:tbl>
              <a:tblPr/>
              <a:tblGrid>
                <a:gridCol w="760514">
                  <a:extLst>
                    <a:ext uri="{9D8B030D-6E8A-4147-A177-3AD203B41FA5}">
                      <a16:colId xmlns:a16="http://schemas.microsoft.com/office/drawing/2014/main" val="969842142"/>
                    </a:ext>
                  </a:extLst>
                </a:gridCol>
                <a:gridCol w="693970">
                  <a:extLst>
                    <a:ext uri="{9D8B030D-6E8A-4147-A177-3AD203B41FA5}">
                      <a16:colId xmlns:a16="http://schemas.microsoft.com/office/drawing/2014/main" val="1659433471"/>
                    </a:ext>
                  </a:extLst>
                </a:gridCol>
                <a:gridCol w="598905">
                  <a:extLst>
                    <a:ext uri="{9D8B030D-6E8A-4147-A177-3AD203B41FA5}">
                      <a16:colId xmlns:a16="http://schemas.microsoft.com/office/drawing/2014/main" val="1953236126"/>
                    </a:ext>
                  </a:extLst>
                </a:gridCol>
                <a:gridCol w="598905">
                  <a:extLst>
                    <a:ext uri="{9D8B030D-6E8A-4147-A177-3AD203B41FA5}">
                      <a16:colId xmlns:a16="http://schemas.microsoft.com/office/drawing/2014/main" val="2001063449"/>
                    </a:ext>
                  </a:extLst>
                </a:gridCol>
                <a:gridCol w="598905">
                  <a:extLst>
                    <a:ext uri="{9D8B030D-6E8A-4147-A177-3AD203B41FA5}">
                      <a16:colId xmlns:a16="http://schemas.microsoft.com/office/drawing/2014/main" val="1728356786"/>
                    </a:ext>
                  </a:extLst>
                </a:gridCol>
                <a:gridCol w="598905">
                  <a:extLst>
                    <a:ext uri="{9D8B030D-6E8A-4147-A177-3AD203B41FA5}">
                      <a16:colId xmlns:a16="http://schemas.microsoft.com/office/drawing/2014/main" val="1740253013"/>
                    </a:ext>
                  </a:extLst>
                </a:gridCol>
                <a:gridCol w="598905">
                  <a:extLst>
                    <a:ext uri="{9D8B030D-6E8A-4147-A177-3AD203B41FA5}">
                      <a16:colId xmlns:a16="http://schemas.microsoft.com/office/drawing/2014/main" val="303475981"/>
                    </a:ext>
                  </a:extLst>
                </a:gridCol>
                <a:gridCol w="598905">
                  <a:extLst>
                    <a:ext uri="{9D8B030D-6E8A-4147-A177-3AD203B41FA5}">
                      <a16:colId xmlns:a16="http://schemas.microsoft.com/office/drawing/2014/main" val="2888707770"/>
                    </a:ext>
                  </a:extLst>
                </a:gridCol>
                <a:gridCol w="598905">
                  <a:extLst>
                    <a:ext uri="{9D8B030D-6E8A-4147-A177-3AD203B41FA5}">
                      <a16:colId xmlns:a16="http://schemas.microsoft.com/office/drawing/2014/main" val="3332754332"/>
                    </a:ext>
                  </a:extLst>
                </a:gridCol>
                <a:gridCol w="598905">
                  <a:extLst>
                    <a:ext uri="{9D8B030D-6E8A-4147-A177-3AD203B41FA5}">
                      <a16:colId xmlns:a16="http://schemas.microsoft.com/office/drawing/2014/main" val="324018772"/>
                    </a:ext>
                  </a:extLst>
                </a:gridCol>
                <a:gridCol w="598905">
                  <a:extLst>
                    <a:ext uri="{9D8B030D-6E8A-4147-A177-3AD203B41FA5}">
                      <a16:colId xmlns:a16="http://schemas.microsoft.com/office/drawing/2014/main" val="3879350975"/>
                    </a:ext>
                  </a:extLst>
                </a:gridCol>
                <a:gridCol w="598905">
                  <a:extLst>
                    <a:ext uri="{9D8B030D-6E8A-4147-A177-3AD203B41FA5}">
                      <a16:colId xmlns:a16="http://schemas.microsoft.com/office/drawing/2014/main" val="247065936"/>
                    </a:ext>
                  </a:extLst>
                </a:gridCol>
                <a:gridCol w="744670">
                  <a:extLst>
                    <a:ext uri="{9D8B030D-6E8A-4147-A177-3AD203B41FA5}">
                      <a16:colId xmlns:a16="http://schemas.microsoft.com/office/drawing/2014/main" val="419487982"/>
                    </a:ext>
                  </a:extLst>
                </a:gridCol>
                <a:gridCol w="598905">
                  <a:extLst>
                    <a:ext uri="{9D8B030D-6E8A-4147-A177-3AD203B41FA5}">
                      <a16:colId xmlns:a16="http://schemas.microsoft.com/office/drawing/2014/main" val="3826239544"/>
                    </a:ext>
                  </a:extLst>
                </a:gridCol>
                <a:gridCol w="598905">
                  <a:extLst>
                    <a:ext uri="{9D8B030D-6E8A-4147-A177-3AD203B41FA5}">
                      <a16:colId xmlns:a16="http://schemas.microsoft.com/office/drawing/2014/main" val="3620647770"/>
                    </a:ext>
                  </a:extLst>
                </a:gridCol>
                <a:gridCol w="598905">
                  <a:extLst>
                    <a:ext uri="{9D8B030D-6E8A-4147-A177-3AD203B41FA5}">
                      <a16:colId xmlns:a16="http://schemas.microsoft.com/office/drawing/2014/main" val="3813963640"/>
                    </a:ext>
                  </a:extLst>
                </a:gridCol>
                <a:gridCol w="744670">
                  <a:extLst>
                    <a:ext uri="{9D8B030D-6E8A-4147-A177-3AD203B41FA5}">
                      <a16:colId xmlns:a16="http://schemas.microsoft.com/office/drawing/2014/main" val="684539317"/>
                    </a:ext>
                  </a:extLst>
                </a:gridCol>
              </a:tblGrid>
              <a:tr h="190500">
                <a:tc>
                  <a:txBody>
                    <a:bodyPr/>
                    <a:lstStyle/>
                    <a:p>
                      <a:pPr algn="ctr" fontAlgn="ctr"/>
                      <a:r>
                        <a:rPr lang="en-US" sz="1100" b="1" i="0" u="none" strike="noStrike" dirty="0">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lumMod val="85000"/>
                      </a:schemeClr>
                    </a:solidFill>
                  </a:tcPr>
                </a:tc>
                <a:tc gridSpan="3">
                  <a:txBody>
                    <a:bodyPr/>
                    <a:lstStyle/>
                    <a:p>
                      <a:pPr algn="ctr" fontAlgn="ctr"/>
                      <a:r>
                        <a:rPr lang="zh-CN" altLang="en-US" sz="1100" b="1" i="0" u="none" strike="noStrike" dirty="0">
                          <a:solidFill>
                            <a:srgbClr val="000000"/>
                          </a:solidFill>
                          <a:effectLst/>
                          <a:latin typeface="Calibri" panose="020F0502020204030204" pitchFamily="34" charset="0"/>
                        </a:rPr>
                        <a:t>成本合计（元</a:t>
                      </a:r>
                      <a:r>
                        <a:rPr lang="en-US" altLang="zh-CN" sz="1100" b="1" i="0" u="none" strike="noStrike" dirty="0">
                          <a:solidFill>
                            <a:srgbClr val="000000"/>
                          </a:solidFill>
                          <a:effectLst/>
                          <a:latin typeface="Calibri" panose="020F0502020204030204" pitchFamily="34" charset="0"/>
                        </a:rPr>
                        <a:t>/</a:t>
                      </a:r>
                      <a:r>
                        <a:rPr lang="zh-CN" altLang="en-US" sz="1100" b="1" i="0" u="none" strike="noStrike" dirty="0">
                          <a:solidFill>
                            <a:srgbClr val="000000"/>
                          </a:solidFill>
                          <a:effectLst/>
                          <a:latin typeface="Calibri" panose="020F0502020204030204" pitchFamily="34" charset="0"/>
                        </a:rPr>
                        <a:t>吨纸）</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tc>
                <a:tc hMerge="1">
                  <a:txBody>
                    <a:bodyPr/>
                    <a:lstStyle/>
                    <a:p>
                      <a:endParaRPr lang="en-US"/>
                    </a:p>
                  </a:txBody>
                  <a:tcPr/>
                </a:tc>
                <a:tc gridSpan="2">
                  <a:txBody>
                    <a:bodyPr/>
                    <a:lstStyle/>
                    <a:p>
                      <a:pPr algn="ctr" fontAlgn="ctr"/>
                      <a:r>
                        <a:rPr lang="zh-TW" altLang="en-US" sz="1100" b="1" i="0" u="none" strike="noStrike">
                          <a:solidFill>
                            <a:srgbClr val="000000"/>
                          </a:solidFill>
                          <a:effectLst/>
                          <a:latin typeface="Calibri" panose="020F0502020204030204" pitchFamily="34" charset="0"/>
                        </a:rPr>
                        <a:t>化辅</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tc>
                <a:tc gridSpan="2">
                  <a:txBody>
                    <a:bodyPr/>
                    <a:lstStyle/>
                    <a:p>
                      <a:pPr algn="ctr" fontAlgn="ctr"/>
                      <a:r>
                        <a:rPr lang="zh-TW" altLang="en-US" sz="1100" b="1" i="0" u="none" strike="noStrike">
                          <a:solidFill>
                            <a:srgbClr val="000000"/>
                          </a:solidFill>
                          <a:effectLst/>
                          <a:latin typeface="Calibri" panose="020F0502020204030204" pitchFamily="34" charset="0"/>
                        </a:rPr>
                        <a:t>电耗</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tc>
                <a:tc gridSpan="2">
                  <a:txBody>
                    <a:bodyPr/>
                    <a:lstStyle/>
                    <a:p>
                      <a:pPr algn="ctr" fontAlgn="ctr"/>
                      <a:r>
                        <a:rPr lang="zh-TW" altLang="en-US" sz="1100" b="1" i="0" u="none" strike="noStrike">
                          <a:solidFill>
                            <a:srgbClr val="000000"/>
                          </a:solidFill>
                          <a:effectLst/>
                          <a:latin typeface="Calibri" panose="020F0502020204030204" pitchFamily="34" charset="0"/>
                        </a:rPr>
                        <a:t>维修</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tc>
                <a:tc gridSpan="2">
                  <a:txBody>
                    <a:bodyPr/>
                    <a:lstStyle/>
                    <a:p>
                      <a:pPr algn="ctr" fontAlgn="ctr"/>
                      <a:r>
                        <a:rPr lang="zh-TW" altLang="en-US" sz="1100" b="1" i="0" u="none" strike="noStrike">
                          <a:solidFill>
                            <a:srgbClr val="000000"/>
                          </a:solidFill>
                          <a:effectLst/>
                          <a:latin typeface="Calibri" panose="020F0502020204030204" pitchFamily="34" charset="0"/>
                        </a:rPr>
                        <a:t>制造</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tc>
                <a:tc gridSpan="2">
                  <a:txBody>
                    <a:bodyPr/>
                    <a:lstStyle/>
                    <a:p>
                      <a:pPr algn="ctr" fontAlgn="ctr"/>
                      <a:r>
                        <a:rPr lang="zh-TW" altLang="en-US" sz="1100" b="1" i="0" u="none" strike="noStrike">
                          <a:solidFill>
                            <a:srgbClr val="000000"/>
                          </a:solidFill>
                          <a:effectLst/>
                          <a:latin typeface="Calibri" panose="020F0502020204030204" pitchFamily="34" charset="0"/>
                        </a:rPr>
                        <a:t>折旧</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tc>
                <a:tc gridSpan="2">
                  <a:txBody>
                    <a:bodyPr/>
                    <a:lstStyle/>
                    <a:p>
                      <a:pPr algn="ctr" fontAlgn="ctr"/>
                      <a:r>
                        <a:rPr lang="zh-TW" altLang="en-US" sz="1100" b="1" i="0" u="none" strike="noStrike">
                          <a:solidFill>
                            <a:srgbClr val="000000"/>
                          </a:solidFill>
                          <a:effectLst/>
                          <a:latin typeface="Calibri" panose="020F0502020204030204" pitchFamily="34" charset="0"/>
                        </a:rPr>
                        <a:t>人工</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tc>
                <a:tc>
                  <a:txBody>
                    <a:bodyPr/>
                    <a:lstStyle/>
                    <a:p>
                      <a:pPr algn="ctr" fontAlgn="ctr"/>
                      <a:r>
                        <a:rPr lang="zh-TW" altLang="en-US" sz="1100" b="1" i="0" u="none" strike="noStrike">
                          <a:solidFill>
                            <a:srgbClr val="000000"/>
                          </a:solidFill>
                          <a:effectLst/>
                          <a:latin typeface="Calibri" panose="020F0502020204030204" pitchFamily="34" charset="0"/>
                        </a:rPr>
                        <a:t>排污</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787351922"/>
                  </a:ext>
                </a:extLst>
              </a:tr>
              <a:tr h="190500">
                <a:tc>
                  <a:txBody>
                    <a:bodyPr/>
                    <a:lstStyle/>
                    <a:p>
                      <a:pPr algn="ctr" fontAlgn="ctr"/>
                      <a:r>
                        <a:rPr lang="zh-TW" altLang="en-US" sz="1100" b="0" i="0" u="none" strike="noStrike">
                          <a:solidFill>
                            <a:srgbClr val="000000"/>
                          </a:solidFill>
                          <a:effectLst/>
                          <a:latin typeface="Calibri" panose="020F0502020204030204" pitchFamily="34" charset="0"/>
                        </a:rPr>
                        <a:t>基地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100" b="0" i="0" u="none" strike="noStrike">
                          <a:solidFill>
                            <a:srgbClr val="000000"/>
                          </a:solidFill>
                          <a:effectLst/>
                          <a:latin typeface="Calibri" panose="020F0502020204030204" pitchFamily="34" charset="0"/>
                        </a:rPr>
                        <a:t>标准</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100" b="0" i="0" u="none" strike="noStrike">
                          <a:solidFill>
                            <a:srgbClr val="000000"/>
                          </a:solidFill>
                          <a:effectLst/>
                          <a:latin typeface="Calibri" panose="020F0502020204030204" pitchFamily="34" charset="0"/>
                        </a:rPr>
                        <a:t>实际</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100" b="0" i="0" u="none" strike="noStrike">
                          <a:solidFill>
                            <a:srgbClr val="000000"/>
                          </a:solidFill>
                          <a:effectLst/>
                          <a:latin typeface="Calibri" panose="020F0502020204030204" pitchFamily="34" charset="0"/>
                        </a:rPr>
                        <a:t>差异</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100" b="0" i="0" u="none" strike="noStrike">
                          <a:solidFill>
                            <a:srgbClr val="000000"/>
                          </a:solidFill>
                          <a:effectLst/>
                          <a:latin typeface="Calibri" panose="020F0502020204030204" pitchFamily="34" charset="0"/>
                        </a:rPr>
                        <a:t>标准</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100" b="0" i="0" u="none" strike="noStrike">
                          <a:solidFill>
                            <a:srgbClr val="000000"/>
                          </a:solidFill>
                          <a:effectLst/>
                          <a:latin typeface="Calibri" panose="020F0502020204030204" pitchFamily="34" charset="0"/>
                        </a:rPr>
                        <a:t>实际</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100" b="0" i="0" u="none" strike="noStrike" dirty="0">
                          <a:solidFill>
                            <a:srgbClr val="000000"/>
                          </a:solidFill>
                          <a:effectLst/>
                          <a:latin typeface="Calibri" panose="020F0502020204030204" pitchFamily="34" charset="0"/>
                        </a:rPr>
                        <a:t>标准</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100" b="0" i="0" u="none" strike="noStrike">
                          <a:solidFill>
                            <a:srgbClr val="000000"/>
                          </a:solidFill>
                          <a:effectLst/>
                          <a:latin typeface="Calibri" panose="020F0502020204030204" pitchFamily="34" charset="0"/>
                        </a:rPr>
                        <a:t>实际</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100" b="0" i="0" u="none" strike="noStrike" dirty="0">
                          <a:solidFill>
                            <a:srgbClr val="000000"/>
                          </a:solidFill>
                          <a:effectLst/>
                          <a:latin typeface="Calibri" panose="020F0502020204030204" pitchFamily="34" charset="0"/>
                        </a:rPr>
                        <a:t>标准</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100" b="0" i="0" u="none" strike="noStrike" dirty="0">
                          <a:solidFill>
                            <a:srgbClr val="000000"/>
                          </a:solidFill>
                          <a:effectLst/>
                          <a:latin typeface="Calibri" panose="020F0502020204030204" pitchFamily="34" charset="0"/>
                        </a:rPr>
                        <a:t>实际</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100" b="0" i="0" u="none" strike="noStrike">
                          <a:solidFill>
                            <a:srgbClr val="000000"/>
                          </a:solidFill>
                          <a:effectLst/>
                          <a:latin typeface="Calibri" panose="020F0502020204030204" pitchFamily="34" charset="0"/>
                        </a:rPr>
                        <a:t>标准</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100" b="0" i="0" u="none" strike="noStrike">
                          <a:solidFill>
                            <a:srgbClr val="000000"/>
                          </a:solidFill>
                          <a:effectLst/>
                          <a:latin typeface="Calibri" panose="020F0502020204030204" pitchFamily="34" charset="0"/>
                        </a:rPr>
                        <a:t>实际</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100" b="0" i="0" u="none" strike="noStrike">
                          <a:solidFill>
                            <a:srgbClr val="000000"/>
                          </a:solidFill>
                          <a:effectLst/>
                          <a:latin typeface="Calibri" panose="020F0502020204030204" pitchFamily="34" charset="0"/>
                        </a:rPr>
                        <a:t>标准</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100" b="0" i="0" u="none" strike="noStrike">
                          <a:solidFill>
                            <a:srgbClr val="000000"/>
                          </a:solidFill>
                          <a:effectLst/>
                          <a:latin typeface="Calibri" panose="020F0502020204030204" pitchFamily="34" charset="0"/>
                        </a:rPr>
                        <a:t>实际</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100" b="0" i="0" u="none" strike="noStrike">
                          <a:solidFill>
                            <a:srgbClr val="000000"/>
                          </a:solidFill>
                          <a:effectLst/>
                          <a:latin typeface="Calibri" panose="020F0502020204030204" pitchFamily="34" charset="0"/>
                        </a:rPr>
                        <a:t>标准</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100" b="0" i="0" u="none" strike="noStrike">
                          <a:solidFill>
                            <a:srgbClr val="000000"/>
                          </a:solidFill>
                          <a:effectLst/>
                          <a:latin typeface="Calibri" panose="020F0502020204030204" pitchFamily="34" charset="0"/>
                        </a:rPr>
                        <a:t>实际</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100" b="0" i="0" u="none" strike="noStrike" dirty="0">
                          <a:solidFill>
                            <a:srgbClr val="000000"/>
                          </a:solidFill>
                          <a:effectLst/>
                          <a:latin typeface="Calibri" panose="020F0502020204030204" pitchFamily="34" charset="0"/>
                        </a:rPr>
                        <a:t>实际</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873057134"/>
                  </a:ext>
                </a:extLst>
              </a:tr>
              <a:tr h="253365">
                <a:tc>
                  <a:txBody>
                    <a:bodyPr/>
                    <a:lstStyle/>
                    <a:p>
                      <a:pPr algn="ctr" fontAlgn="ctr"/>
                      <a:r>
                        <a:rPr lang="zh-TW" altLang="en-US" sz="1100" b="0" i="0" u="none" strike="noStrike" dirty="0">
                          <a:solidFill>
                            <a:srgbClr val="000000"/>
                          </a:solidFill>
                          <a:effectLst/>
                          <a:latin typeface="Calibri" panose="020F0502020204030204" pitchFamily="34" charset="0"/>
                        </a:rPr>
                        <a:t>安徽</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1" i="1" u="none" strike="noStrike">
                          <a:solidFill>
                            <a:srgbClr val="FF0000"/>
                          </a:solidFill>
                          <a:effectLst/>
                          <a:latin typeface="Calibri" panose="020F0502020204030204" pitchFamily="34" charset="0"/>
                        </a:rPr>
                        <a:t>25.91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1" i="1" u="none" strike="noStrike">
                          <a:solidFill>
                            <a:srgbClr val="FF0000"/>
                          </a:solidFill>
                          <a:effectLst/>
                          <a:latin typeface="Calibri" panose="020F0502020204030204" pitchFamily="34" charset="0"/>
                        </a:rPr>
                        <a:t>25.79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a:solidFill>
                            <a:srgbClr val="000000"/>
                          </a:solidFill>
                          <a:effectLst/>
                          <a:latin typeface="Calibri" panose="020F0502020204030204" pitchFamily="34" charset="0"/>
                        </a:rPr>
                        <a:t>-0.12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a:solidFill>
                            <a:srgbClr val="000000"/>
                          </a:solidFill>
                          <a:effectLst/>
                          <a:latin typeface="Calibri" panose="020F0502020204030204" pitchFamily="34" charset="0"/>
                        </a:rPr>
                        <a:t>9.00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a:solidFill>
                            <a:srgbClr val="000000"/>
                          </a:solidFill>
                          <a:effectLst/>
                          <a:latin typeface="Calibri" panose="020F0502020204030204" pitchFamily="34" charset="0"/>
                        </a:rPr>
                        <a:t>9.78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a:solidFill>
                            <a:srgbClr val="000000"/>
                          </a:solidFill>
                          <a:effectLst/>
                          <a:latin typeface="Calibri" panose="020F0502020204030204" pitchFamily="34" charset="0"/>
                        </a:rPr>
                        <a:t>4.49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a:solidFill>
                            <a:srgbClr val="000000"/>
                          </a:solidFill>
                          <a:effectLst/>
                          <a:latin typeface="Calibri" panose="020F0502020204030204" pitchFamily="34" charset="0"/>
                        </a:rPr>
                        <a:t>4.18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a:solidFill>
                            <a:srgbClr val="000000"/>
                          </a:solidFill>
                          <a:effectLst/>
                          <a:latin typeface="Calibri" panose="020F0502020204030204" pitchFamily="34" charset="0"/>
                        </a:rPr>
                        <a:t>2.82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dirty="0">
                          <a:solidFill>
                            <a:srgbClr val="000000"/>
                          </a:solidFill>
                          <a:effectLst/>
                          <a:latin typeface="Calibri" panose="020F0502020204030204" pitchFamily="34" charset="0"/>
                        </a:rPr>
                        <a:t>2.68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dirty="0">
                          <a:solidFill>
                            <a:srgbClr val="000000"/>
                          </a:solidFill>
                          <a:effectLst/>
                          <a:latin typeface="Calibri" panose="020F0502020204030204" pitchFamily="34" charset="0"/>
                        </a:rPr>
                        <a:t>0.26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dirty="0">
                          <a:solidFill>
                            <a:srgbClr val="000000"/>
                          </a:solidFill>
                          <a:effectLst/>
                          <a:latin typeface="Calibri" panose="020F0502020204030204" pitchFamily="34" charset="0"/>
                        </a:rPr>
                        <a:t>0.05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dirty="0">
                          <a:solidFill>
                            <a:srgbClr val="000000"/>
                          </a:solidFill>
                          <a:effectLst/>
                          <a:latin typeface="Calibri" panose="020F0502020204030204" pitchFamily="34" charset="0"/>
                        </a:rPr>
                        <a:t>6.86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dirty="0">
                          <a:solidFill>
                            <a:srgbClr val="000000"/>
                          </a:solidFill>
                          <a:effectLst/>
                          <a:latin typeface="Calibri" panose="020F0502020204030204" pitchFamily="34" charset="0"/>
                        </a:rPr>
                        <a:t>6.86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dirty="0">
                          <a:solidFill>
                            <a:srgbClr val="000000"/>
                          </a:solidFill>
                          <a:effectLst/>
                          <a:latin typeface="Calibri" panose="020F0502020204030204" pitchFamily="34" charset="0"/>
                        </a:rPr>
                        <a:t>2.48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dirty="0">
                          <a:solidFill>
                            <a:srgbClr val="000000"/>
                          </a:solidFill>
                          <a:effectLst/>
                          <a:latin typeface="Calibri" panose="020F0502020204030204" pitchFamily="34" charset="0"/>
                        </a:rPr>
                        <a:t>2.24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dirty="0">
                          <a:solidFill>
                            <a:srgbClr val="000000"/>
                          </a:solidFill>
                          <a:effectLst/>
                          <a:latin typeface="Calibri" panose="020F0502020204030204" pitchFamily="34" charset="0"/>
                        </a:rPr>
                        <a:t>0.00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60578620"/>
                  </a:ext>
                </a:extLst>
              </a:tr>
              <a:tr h="253365">
                <a:tc>
                  <a:txBody>
                    <a:bodyPr/>
                    <a:lstStyle/>
                    <a:p>
                      <a:pPr algn="ctr" fontAlgn="ctr"/>
                      <a:r>
                        <a:rPr lang="zh-TW" altLang="en-US" sz="1100" b="0" i="0" u="none" strike="noStrike">
                          <a:solidFill>
                            <a:srgbClr val="000000"/>
                          </a:solidFill>
                          <a:effectLst/>
                          <a:latin typeface="Calibri" panose="020F0502020204030204" pitchFamily="34" charset="0"/>
                        </a:rPr>
                        <a:t>浙江</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1" i="1" u="none" strike="noStrike">
                          <a:solidFill>
                            <a:srgbClr val="FF0000"/>
                          </a:solidFill>
                          <a:effectLst/>
                          <a:latin typeface="Calibri" panose="020F0502020204030204" pitchFamily="34" charset="0"/>
                        </a:rPr>
                        <a:t>41.52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1" i="1" u="none" strike="noStrike">
                          <a:solidFill>
                            <a:srgbClr val="FF0000"/>
                          </a:solidFill>
                          <a:effectLst/>
                          <a:latin typeface="Calibri" panose="020F0502020204030204" pitchFamily="34" charset="0"/>
                        </a:rPr>
                        <a:t>39.73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a:solidFill>
                            <a:srgbClr val="000000"/>
                          </a:solidFill>
                          <a:effectLst/>
                          <a:latin typeface="Calibri" panose="020F0502020204030204" pitchFamily="34" charset="0"/>
                        </a:rPr>
                        <a:t>-1.79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a:solidFill>
                            <a:srgbClr val="000000"/>
                          </a:solidFill>
                          <a:effectLst/>
                          <a:latin typeface="Calibri" panose="020F0502020204030204" pitchFamily="34" charset="0"/>
                        </a:rPr>
                        <a:t>3.97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a:solidFill>
                            <a:srgbClr val="000000"/>
                          </a:solidFill>
                          <a:effectLst/>
                          <a:latin typeface="Calibri" panose="020F0502020204030204" pitchFamily="34" charset="0"/>
                        </a:rPr>
                        <a:t>3.87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a:solidFill>
                            <a:srgbClr val="000000"/>
                          </a:solidFill>
                          <a:effectLst/>
                          <a:latin typeface="Calibri" panose="020F0502020204030204" pitchFamily="34" charset="0"/>
                        </a:rPr>
                        <a:t>8.71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a:solidFill>
                            <a:srgbClr val="000000"/>
                          </a:solidFill>
                          <a:effectLst/>
                          <a:latin typeface="Calibri" panose="020F0502020204030204" pitchFamily="34" charset="0"/>
                        </a:rPr>
                        <a:t>6.97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a:solidFill>
                            <a:srgbClr val="000000"/>
                          </a:solidFill>
                          <a:effectLst/>
                          <a:latin typeface="Calibri" panose="020F0502020204030204" pitchFamily="34" charset="0"/>
                        </a:rPr>
                        <a:t>2.05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a:solidFill>
                            <a:srgbClr val="000000"/>
                          </a:solidFill>
                          <a:effectLst/>
                          <a:latin typeface="Calibri" panose="020F0502020204030204" pitchFamily="34" charset="0"/>
                        </a:rPr>
                        <a:t>2.23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a:solidFill>
                            <a:srgbClr val="000000"/>
                          </a:solidFill>
                          <a:effectLst/>
                          <a:latin typeface="Calibri" panose="020F0502020204030204" pitchFamily="34" charset="0"/>
                        </a:rPr>
                        <a:t>0.04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a:solidFill>
                            <a:srgbClr val="000000"/>
                          </a:solidFill>
                          <a:effectLst/>
                          <a:latin typeface="Calibri" panose="020F0502020204030204" pitchFamily="34" charset="0"/>
                        </a:rPr>
                        <a:t>0.02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a:solidFill>
                            <a:srgbClr val="000000"/>
                          </a:solidFill>
                          <a:effectLst/>
                          <a:latin typeface="Calibri" panose="020F0502020204030204" pitchFamily="34" charset="0"/>
                        </a:rPr>
                        <a:t>12.13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a:solidFill>
                            <a:srgbClr val="000000"/>
                          </a:solidFill>
                          <a:effectLst/>
                          <a:latin typeface="Calibri" panose="020F0502020204030204" pitchFamily="34" charset="0"/>
                        </a:rPr>
                        <a:t>12.13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a:solidFill>
                            <a:srgbClr val="000000"/>
                          </a:solidFill>
                          <a:effectLst/>
                          <a:latin typeface="Calibri" panose="020F0502020204030204" pitchFamily="34" charset="0"/>
                        </a:rPr>
                        <a:t>1.42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a:solidFill>
                            <a:srgbClr val="000000"/>
                          </a:solidFill>
                          <a:effectLst/>
                          <a:latin typeface="Calibri" panose="020F0502020204030204" pitchFamily="34" charset="0"/>
                        </a:rPr>
                        <a:t>1.32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dirty="0">
                          <a:solidFill>
                            <a:srgbClr val="000000"/>
                          </a:solidFill>
                          <a:effectLst/>
                          <a:latin typeface="Calibri" panose="020F0502020204030204" pitchFamily="34" charset="0"/>
                        </a:rPr>
                        <a:t>13.19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43755360"/>
                  </a:ext>
                </a:extLst>
              </a:tr>
            </a:tbl>
          </a:graphicData>
        </a:graphic>
      </p:graphicFrame>
      <p:graphicFrame>
        <p:nvGraphicFramePr>
          <p:cNvPr id="5" name="Table 4">
            <a:extLst>
              <a:ext uri="{FF2B5EF4-FFF2-40B4-BE49-F238E27FC236}">
                <a16:creationId xmlns:a16="http://schemas.microsoft.com/office/drawing/2014/main" id="{4513BF32-5851-7A76-4CA4-3D20EBDAE7FC}"/>
              </a:ext>
            </a:extLst>
          </p:cNvPr>
          <p:cNvGraphicFramePr>
            <a:graphicFrameLocks noGrp="1"/>
          </p:cNvGraphicFramePr>
          <p:nvPr>
            <p:extLst>
              <p:ext uri="{D42A27DB-BD31-4B8C-83A1-F6EECF244321}">
                <p14:modId xmlns:p14="http://schemas.microsoft.com/office/powerpoint/2010/main" val="94270683"/>
              </p:ext>
            </p:extLst>
          </p:nvPr>
        </p:nvGraphicFramePr>
        <p:xfrm>
          <a:off x="1129035" y="3094009"/>
          <a:ext cx="10729585" cy="983857"/>
        </p:xfrm>
        <a:graphic>
          <a:graphicData uri="http://schemas.openxmlformats.org/drawingml/2006/table">
            <a:tbl>
              <a:tblPr/>
              <a:tblGrid>
                <a:gridCol w="721490">
                  <a:extLst>
                    <a:ext uri="{9D8B030D-6E8A-4147-A177-3AD203B41FA5}">
                      <a16:colId xmlns:a16="http://schemas.microsoft.com/office/drawing/2014/main" val="2378470053"/>
                    </a:ext>
                  </a:extLst>
                </a:gridCol>
                <a:gridCol w="721490">
                  <a:extLst>
                    <a:ext uri="{9D8B030D-6E8A-4147-A177-3AD203B41FA5}">
                      <a16:colId xmlns:a16="http://schemas.microsoft.com/office/drawing/2014/main" val="384970930"/>
                    </a:ext>
                  </a:extLst>
                </a:gridCol>
                <a:gridCol w="690567">
                  <a:extLst>
                    <a:ext uri="{9D8B030D-6E8A-4147-A177-3AD203B41FA5}">
                      <a16:colId xmlns:a16="http://schemas.microsoft.com/office/drawing/2014/main" val="4019352158"/>
                    </a:ext>
                  </a:extLst>
                </a:gridCol>
                <a:gridCol w="834867">
                  <a:extLst>
                    <a:ext uri="{9D8B030D-6E8A-4147-A177-3AD203B41FA5}">
                      <a16:colId xmlns:a16="http://schemas.microsoft.com/office/drawing/2014/main" val="2044939019"/>
                    </a:ext>
                  </a:extLst>
                </a:gridCol>
                <a:gridCol w="834867">
                  <a:extLst>
                    <a:ext uri="{9D8B030D-6E8A-4147-A177-3AD203B41FA5}">
                      <a16:colId xmlns:a16="http://schemas.microsoft.com/office/drawing/2014/main" val="638090659"/>
                    </a:ext>
                  </a:extLst>
                </a:gridCol>
                <a:gridCol w="577192">
                  <a:extLst>
                    <a:ext uri="{9D8B030D-6E8A-4147-A177-3AD203B41FA5}">
                      <a16:colId xmlns:a16="http://schemas.microsoft.com/office/drawing/2014/main" val="287250206"/>
                    </a:ext>
                  </a:extLst>
                </a:gridCol>
                <a:gridCol w="577192">
                  <a:extLst>
                    <a:ext uri="{9D8B030D-6E8A-4147-A177-3AD203B41FA5}">
                      <a16:colId xmlns:a16="http://schemas.microsoft.com/office/drawing/2014/main" val="3353945186"/>
                    </a:ext>
                  </a:extLst>
                </a:gridCol>
                <a:gridCol w="577192">
                  <a:extLst>
                    <a:ext uri="{9D8B030D-6E8A-4147-A177-3AD203B41FA5}">
                      <a16:colId xmlns:a16="http://schemas.microsoft.com/office/drawing/2014/main" val="3502796847"/>
                    </a:ext>
                  </a:extLst>
                </a:gridCol>
                <a:gridCol w="577192">
                  <a:extLst>
                    <a:ext uri="{9D8B030D-6E8A-4147-A177-3AD203B41FA5}">
                      <a16:colId xmlns:a16="http://schemas.microsoft.com/office/drawing/2014/main" val="3207645360"/>
                    </a:ext>
                  </a:extLst>
                </a:gridCol>
                <a:gridCol w="577192">
                  <a:extLst>
                    <a:ext uri="{9D8B030D-6E8A-4147-A177-3AD203B41FA5}">
                      <a16:colId xmlns:a16="http://schemas.microsoft.com/office/drawing/2014/main" val="1963369120"/>
                    </a:ext>
                  </a:extLst>
                </a:gridCol>
                <a:gridCol w="577192">
                  <a:extLst>
                    <a:ext uri="{9D8B030D-6E8A-4147-A177-3AD203B41FA5}">
                      <a16:colId xmlns:a16="http://schemas.microsoft.com/office/drawing/2014/main" val="2340711277"/>
                    </a:ext>
                  </a:extLst>
                </a:gridCol>
                <a:gridCol w="577192">
                  <a:extLst>
                    <a:ext uri="{9D8B030D-6E8A-4147-A177-3AD203B41FA5}">
                      <a16:colId xmlns:a16="http://schemas.microsoft.com/office/drawing/2014/main" val="2771051015"/>
                    </a:ext>
                  </a:extLst>
                </a:gridCol>
                <a:gridCol w="577192">
                  <a:extLst>
                    <a:ext uri="{9D8B030D-6E8A-4147-A177-3AD203B41FA5}">
                      <a16:colId xmlns:a16="http://schemas.microsoft.com/office/drawing/2014/main" val="2924506167"/>
                    </a:ext>
                  </a:extLst>
                </a:gridCol>
                <a:gridCol w="577192">
                  <a:extLst>
                    <a:ext uri="{9D8B030D-6E8A-4147-A177-3AD203B41FA5}">
                      <a16:colId xmlns:a16="http://schemas.microsoft.com/office/drawing/2014/main" val="2231483281"/>
                    </a:ext>
                  </a:extLst>
                </a:gridCol>
                <a:gridCol w="577192">
                  <a:extLst>
                    <a:ext uri="{9D8B030D-6E8A-4147-A177-3AD203B41FA5}">
                      <a16:colId xmlns:a16="http://schemas.microsoft.com/office/drawing/2014/main" val="3823544376"/>
                    </a:ext>
                  </a:extLst>
                </a:gridCol>
                <a:gridCol w="577192">
                  <a:extLst>
                    <a:ext uri="{9D8B030D-6E8A-4147-A177-3AD203B41FA5}">
                      <a16:colId xmlns:a16="http://schemas.microsoft.com/office/drawing/2014/main" val="1490426996"/>
                    </a:ext>
                  </a:extLst>
                </a:gridCol>
                <a:gridCol w="577192">
                  <a:extLst>
                    <a:ext uri="{9D8B030D-6E8A-4147-A177-3AD203B41FA5}">
                      <a16:colId xmlns:a16="http://schemas.microsoft.com/office/drawing/2014/main" val="2562431062"/>
                    </a:ext>
                  </a:extLst>
                </a:gridCol>
              </a:tblGrid>
              <a:tr h="184317">
                <a:tc rowSpan="3">
                  <a:txBody>
                    <a:bodyPr/>
                    <a:lstStyle/>
                    <a:p>
                      <a:pPr algn="ctr" fontAlgn="ctr"/>
                      <a:r>
                        <a:rPr lang="zh-TW" altLang="en-US" sz="1200" b="0" i="0" u="none" strike="noStrike" dirty="0">
                          <a:solidFill>
                            <a:srgbClr val="000000"/>
                          </a:solidFill>
                          <a:effectLst/>
                          <a:latin typeface="仿宋" panose="02010609060101010101" pitchFamily="49" charset="-122"/>
                          <a:ea typeface="仿宋" panose="02010609060101010101" pitchFamily="49" charset="-122"/>
                        </a:rPr>
                        <a:t>基地</a:t>
                      </a:r>
                    </a:p>
                  </a:txBody>
                  <a:tcPr marL="6356" marR="6356" marT="6356" marB="0" anchor="ctr">
                    <a:lnL>
                      <a:noFill/>
                    </a:lnL>
                    <a:lnR w="1270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gridSpan="4">
                  <a:txBody>
                    <a:bodyPr/>
                    <a:lstStyle/>
                    <a:p>
                      <a:pPr algn="ctr" fontAlgn="ctr"/>
                      <a:r>
                        <a:rPr lang="zh-TW" altLang="en-US" sz="1200" b="0" i="0" u="none" strike="noStrike">
                          <a:solidFill>
                            <a:srgbClr val="000000"/>
                          </a:solidFill>
                          <a:effectLst/>
                          <a:latin typeface="仿宋" panose="02010609060101010101" pitchFamily="49" charset="-122"/>
                          <a:ea typeface="仿宋" panose="02010609060101010101" pitchFamily="49" charset="-122"/>
                        </a:rPr>
                        <a:t>综合电成本</a:t>
                      </a:r>
                    </a:p>
                  </a:txBody>
                  <a:tcPr marL="6356" marR="6356" marT="63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10">
                  <a:txBody>
                    <a:bodyPr/>
                    <a:lstStyle/>
                    <a:p>
                      <a:pPr algn="ctr" fontAlgn="ctr"/>
                      <a:r>
                        <a:rPr lang="zh-TW" altLang="en-US" sz="1200" b="0" i="0" u="none" strike="noStrike">
                          <a:solidFill>
                            <a:srgbClr val="000000"/>
                          </a:solidFill>
                          <a:effectLst/>
                          <a:latin typeface="仿宋" panose="02010609060101010101" pitchFamily="49" charset="-122"/>
                          <a:ea typeface="仿宋" panose="02010609060101010101" pitchFamily="49" charset="-122"/>
                        </a:rPr>
                        <a:t>燃煤自发电</a:t>
                      </a:r>
                    </a:p>
                  </a:txBody>
                  <a:tcPr marL="6356" marR="6356" marT="635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ctr"/>
                      <a:r>
                        <a:rPr lang="zh-TW" altLang="en-US" sz="1200" b="0" i="0" u="none" strike="noStrike">
                          <a:solidFill>
                            <a:srgbClr val="000000"/>
                          </a:solidFill>
                          <a:effectLst/>
                          <a:latin typeface="仿宋" panose="02010609060101010101" pitchFamily="49" charset="-122"/>
                          <a:ea typeface="仿宋" panose="02010609060101010101" pitchFamily="49" charset="-122"/>
                        </a:rPr>
                        <a:t>网购电</a:t>
                      </a:r>
                    </a:p>
                  </a:txBody>
                  <a:tcPr marL="6356" marR="6356" marT="6356" marB="0" anchor="ctr">
                    <a:lnL w="6350" cap="flat" cmpd="sng" algn="ctr">
                      <a:solidFill>
                        <a:srgbClr val="000000"/>
                      </a:solidFill>
                      <a:prstDash val="solid"/>
                      <a:round/>
                      <a:headEnd type="none" w="med" len="med"/>
                      <a:tailEnd type="none" w="med" len="med"/>
                    </a:lnL>
                    <a:lnR w="12700" cap="flat" cmpd="sng" algn="ctr">
                      <a:solidFill>
                        <a:srgbClr val="000000"/>
                      </a:solidFill>
                      <a:prstDash val="dashDot"/>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tc>
                <a:extLst>
                  <a:ext uri="{0D108BD9-81ED-4DB2-BD59-A6C34878D82A}">
                    <a16:rowId xmlns:a16="http://schemas.microsoft.com/office/drawing/2014/main" val="4053658289"/>
                  </a:ext>
                </a:extLst>
              </a:tr>
              <a:tr h="184317">
                <a:tc vMerge="1">
                  <a:txBody>
                    <a:bodyPr/>
                    <a:lstStyle/>
                    <a:p>
                      <a:endParaRPr lang="en-US"/>
                    </a:p>
                  </a:txBody>
                  <a:tcPr/>
                </a:tc>
                <a:tc gridSpan="4">
                  <a:txBody>
                    <a:bodyPr/>
                    <a:lstStyle/>
                    <a:p>
                      <a:pPr algn="ctr" fontAlgn="ctr"/>
                      <a:r>
                        <a:rPr lang="zh-TW" altLang="en-US" sz="1200" b="0" i="0" u="none" strike="noStrike" dirty="0">
                          <a:solidFill>
                            <a:srgbClr val="000000"/>
                          </a:solidFill>
                          <a:effectLst/>
                          <a:latin typeface="仿宋" panose="02010609060101010101" pitchFamily="49" charset="-122"/>
                          <a:ea typeface="仿宋" panose="02010609060101010101" pitchFamily="49" charset="-122"/>
                        </a:rPr>
                        <a:t>成本合计</a:t>
                      </a:r>
                    </a:p>
                  </a:txBody>
                  <a:tcPr marL="6356" marR="6356" marT="63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ctr"/>
                      <a:r>
                        <a:rPr lang="zh-TW" altLang="en-US" sz="1200" b="0" i="0" u="none" strike="noStrike" dirty="0">
                          <a:solidFill>
                            <a:srgbClr val="000000"/>
                          </a:solidFill>
                          <a:effectLst/>
                          <a:latin typeface="仿宋" panose="02010609060101010101" pitchFamily="49" charset="-122"/>
                          <a:ea typeface="仿宋" panose="02010609060101010101" pitchFamily="49" charset="-122"/>
                        </a:rPr>
                        <a:t>成本合计</a:t>
                      </a:r>
                    </a:p>
                  </a:txBody>
                  <a:tcPr marL="6356" marR="6356" marT="6356" marB="0" anchor="ctr">
                    <a:lnL w="12700" cap="flat" cmpd="sng" algn="ctr">
                      <a:solidFill>
                        <a:srgbClr val="000000"/>
                      </a:solidFill>
                      <a:prstDash val="solid"/>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tc>
                <a:tc gridSpan="2">
                  <a:txBody>
                    <a:bodyPr/>
                    <a:lstStyle/>
                    <a:p>
                      <a:pPr algn="ctr" fontAlgn="ctr"/>
                      <a:r>
                        <a:rPr lang="zh-TW" altLang="en-US" sz="1200" b="0" i="0" u="none" strike="noStrike" dirty="0">
                          <a:solidFill>
                            <a:srgbClr val="000000"/>
                          </a:solidFill>
                          <a:effectLst/>
                          <a:latin typeface="仿宋" panose="02010609060101010101" pitchFamily="49" charset="-122"/>
                          <a:ea typeface="仿宋" panose="02010609060101010101" pitchFamily="49" charset="-122"/>
                        </a:rPr>
                        <a:t>煤成本</a:t>
                      </a:r>
                    </a:p>
                  </a:txBody>
                  <a:tcPr marL="6356" marR="6356" marT="635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tc>
                <a:tc gridSpan="2">
                  <a:txBody>
                    <a:bodyPr/>
                    <a:lstStyle/>
                    <a:p>
                      <a:pPr algn="ctr" fontAlgn="ctr"/>
                      <a:r>
                        <a:rPr lang="zh-CN" altLang="en-US" sz="1200" b="0" i="0" u="none" strike="noStrike">
                          <a:solidFill>
                            <a:srgbClr val="000000"/>
                          </a:solidFill>
                          <a:effectLst/>
                          <a:latin typeface="仿宋" panose="02010609060101010101" pitchFamily="49" charset="-122"/>
                          <a:ea typeface="仿宋" panose="02010609060101010101" pitchFamily="49" charset="-122"/>
                        </a:rPr>
                        <a:t>归电折旧费用</a:t>
                      </a:r>
                    </a:p>
                  </a:txBody>
                  <a:tcPr marL="6356" marR="6356" marT="635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tc>
                <a:tc gridSpan="2">
                  <a:txBody>
                    <a:bodyPr/>
                    <a:lstStyle/>
                    <a:p>
                      <a:pPr algn="ctr" fontAlgn="ctr"/>
                      <a:r>
                        <a:rPr lang="zh-TW" altLang="en-US" sz="1200" b="0" i="0" u="none" strike="noStrike">
                          <a:solidFill>
                            <a:srgbClr val="000000"/>
                          </a:solidFill>
                          <a:effectLst/>
                          <a:latin typeface="仿宋" panose="02010609060101010101" pitchFamily="49" charset="-122"/>
                          <a:ea typeface="仿宋" panose="02010609060101010101" pitchFamily="49" charset="-122"/>
                        </a:rPr>
                        <a:t>归电维修费</a:t>
                      </a:r>
                    </a:p>
                  </a:txBody>
                  <a:tcPr marL="6356" marR="6356" marT="635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tc>
                <a:tc gridSpan="2">
                  <a:txBody>
                    <a:bodyPr/>
                    <a:lstStyle/>
                    <a:p>
                      <a:pPr algn="ctr" fontAlgn="ctr"/>
                      <a:r>
                        <a:rPr lang="zh-CN" altLang="en-US" sz="1200" b="0" i="0" u="none" strike="noStrike">
                          <a:solidFill>
                            <a:srgbClr val="000000"/>
                          </a:solidFill>
                          <a:effectLst/>
                          <a:latin typeface="仿宋" panose="02010609060101010101" pitchFamily="49" charset="-122"/>
                          <a:ea typeface="仿宋" panose="02010609060101010101" pitchFamily="49" charset="-122"/>
                        </a:rPr>
                        <a:t>归电人工费用</a:t>
                      </a:r>
                    </a:p>
                  </a:txBody>
                  <a:tcPr marL="6356" marR="6356" marT="635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tc>
                <a:tc gridSpan="2">
                  <a:txBody>
                    <a:bodyPr/>
                    <a:lstStyle/>
                    <a:p>
                      <a:pPr algn="ctr" fontAlgn="ctr"/>
                      <a:r>
                        <a:rPr lang="zh-TW" altLang="en-US" sz="1200" b="0" i="0" u="none" strike="noStrike">
                          <a:solidFill>
                            <a:srgbClr val="000000"/>
                          </a:solidFill>
                          <a:effectLst/>
                          <a:latin typeface="仿宋" panose="02010609060101010101" pitchFamily="49" charset="-122"/>
                          <a:ea typeface="仿宋" panose="02010609060101010101" pitchFamily="49" charset="-122"/>
                        </a:rPr>
                        <a:t>成本合计</a:t>
                      </a:r>
                    </a:p>
                  </a:txBody>
                  <a:tcPr marL="6356" marR="6356" marT="6356" marB="0" anchor="ctr">
                    <a:lnL w="6350" cap="flat" cmpd="sng" algn="ctr">
                      <a:solidFill>
                        <a:srgbClr val="000000"/>
                      </a:solidFill>
                      <a:prstDash val="dash"/>
                      <a:round/>
                      <a:headEnd type="none" w="med" len="med"/>
                      <a:tailEnd type="none" w="med" len="med"/>
                    </a:lnL>
                    <a:lnR w="12700" cap="flat" cmpd="sng" algn="ctr">
                      <a:solidFill>
                        <a:srgbClr val="000000"/>
                      </a:solidFill>
                      <a:prstDash val="dash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tc>
                <a:extLst>
                  <a:ext uri="{0D108BD9-81ED-4DB2-BD59-A6C34878D82A}">
                    <a16:rowId xmlns:a16="http://schemas.microsoft.com/office/drawing/2014/main" val="1300442974"/>
                  </a:ext>
                </a:extLst>
              </a:tr>
              <a:tr h="211329">
                <a:tc vMerge="1">
                  <a:txBody>
                    <a:bodyPr/>
                    <a:lstStyle/>
                    <a:p>
                      <a:endParaRPr lang="en-US"/>
                    </a:p>
                  </a:txBody>
                  <a:tcPr/>
                </a:tc>
                <a:tc>
                  <a:txBody>
                    <a:bodyPr/>
                    <a:lstStyle/>
                    <a:p>
                      <a:pPr algn="ctr" fontAlgn="ctr"/>
                      <a:r>
                        <a:rPr lang="zh-TW" altLang="en-US" sz="1200" b="0" i="0" u="none" strike="noStrike">
                          <a:solidFill>
                            <a:srgbClr val="000000"/>
                          </a:solidFill>
                          <a:effectLst/>
                          <a:latin typeface="仿宋" panose="02010609060101010101" pitchFamily="49" charset="-122"/>
                          <a:ea typeface="仿宋" panose="02010609060101010101" pitchFamily="49" charset="-122"/>
                        </a:rPr>
                        <a:t>标准</a:t>
                      </a:r>
                    </a:p>
                  </a:txBody>
                  <a:tcPr marL="6356" marR="6356" marT="635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200" b="0" i="0" u="none" strike="noStrike">
                          <a:solidFill>
                            <a:srgbClr val="000000"/>
                          </a:solidFill>
                          <a:effectLst/>
                          <a:latin typeface="仿宋" panose="02010609060101010101" pitchFamily="49" charset="-122"/>
                          <a:ea typeface="仿宋" panose="02010609060101010101" pitchFamily="49" charset="-122"/>
                        </a:rPr>
                        <a:t>实际</a:t>
                      </a:r>
                    </a:p>
                  </a:txBody>
                  <a:tcPr marL="6356" marR="6356" marT="63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200" b="0" i="0" u="none" strike="noStrike">
                          <a:solidFill>
                            <a:srgbClr val="000000"/>
                          </a:solidFill>
                          <a:effectLst/>
                          <a:latin typeface="仿宋" panose="02010609060101010101" pitchFamily="49" charset="-122"/>
                          <a:ea typeface="仿宋" panose="02010609060101010101" pitchFamily="49" charset="-122"/>
                        </a:rPr>
                        <a:t>差异</a:t>
                      </a:r>
                    </a:p>
                  </a:txBody>
                  <a:tcPr marL="6356" marR="6356" marT="63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200" b="0" i="0" u="none" strike="noStrike">
                          <a:solidFill>
                            <a:srgbClr val="000000"/>
                          </a:solidFill>
                          <a:effectLst/>
                          <a:latin typeface="仿宋" panose="02010609060101010101" pitchFamily="49" charset="-122"/>
                          <a:ea typeface="仿宋" panose="02010609060101010101" pitchFamily="49" charset="-122"/>
                        </a:rPr>
                        <a:t>标准</a:t>
                      </a:r>
                      <a:r>
                        <a:rPr lang="en-US" altLang="zh-TW" sz="1200" b="0" i="0" u="none" strike="noStrike">
                          <a:solidFill>
                            <a:srgbClr val="000000"/>
                          </a:solidFill>
                          <a:effectLst/>
                          <a:latin typeface="仿宋" panose="02010609060101010101" pitchFamily="49" charset="-122"/>
                          <a:ea typeface="仿宋" panose="02010609060101010101" pitchFamily="49" charset="-122"/>
                        </a:rPr>
                        <a:t>/</a:t>
                      </a:r>
                      <a:r>
                        <a:rPr lang="zh-TW" altLang="en-US" sz="1200" b="0" i="0" u="none" strike="noStrike">
                          <a:solidFill>
                            <a:srgbClr val="000000"/>
                          </a:solidFill>
                          <a:effectLst/>
                          <a:latin typeface="仿宋" panose="02010609060101010101" pitchFamily="49" charset="-122"/>
                          <a:ea typeface="仿宋" panose="02010609060101010101" pitchFamily="49" charset="-122"/>
                        </a:rPr>
                        <a:t>实际</a:t>
                      </a:r>
                    </a:p>
                  </a:txBody>
                  <a:tcPr marL="6356" marR="6356" marT="6356"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200" b="0" i="0" u="none" strike="noStrike">
                          <a:solidFill>
                            <a:srgbClr val="000000"/>
                          </a:solidFill>
                          <a:effectLst/>
                          <a:latin typeface="仿宋" panose="02010609060101010101" pitchFamily="49" charset="-122"/>
                          <a:ea typeface="仿宋" panose="02010609060101010101" pitchFamily="49" charset="-122"/>
                        </a:rPr>
                        <a:t>标准</a:t>
                      </a:r>
                    </a:p>
                  </a:txBody>
                  <a:tcPr marL="6356" marR="6356" marT="6356"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200" b="0" i="0" u="none" strike="noStrike">
                          <a:solidFill>
                            <a:srgbClr val="000000"/>
                          </a:solidFill>
                          <a:effectLst/>
                          <a:latin typeface="仿宋" panose="02010609060101010101" pitchFamily="49" charset="-122"/>
                          <a:ea typeface="仿宋" panose="02010609060101010101" pitchFamily="49" charset="-122"/>
                        </a:rPr>
                        <a:t>实际</a:t>
                      </a:r>
                    </a:p>
                  </a:txBody>
                  <a:tcPr marL="6356" marR="6356" marT="6356" marB="0" anchor="ctr">
                    <a:lnL w="6350" cap="flat" cmpd="sng" algn="ctr">
                      <a:solidFill>
                        <a:srgbClr val="000000"/>
                      </a:solidFill>
                      <a:prstDash val="solid"/>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200" b="0" i="0" u="none" strike="noStrike" dirty="0">
                          <a:solidFill>
                            <a:srgbClr val="000000"/>
                          </a:solidFill>
                          <a:effectLst/>
                          <a:latin typeface="仿宋" panose="02010609060101010101" pitchFamily="49" charset="-122"/>
                          <a:ea typeface="仿宋" panose="02010609060101010101" pitchFamily="49" charset="-122"/>
                        </a:rPr>
                        <a:t>标准</a:t>
                      </a:r>
                    </a:p>
                  </a:txBody>
                  <a:tcPr marL="6356" marR="6356" marT="6356" marB="0" anchor="ctr">
                    <a:lnL w="635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200" b="0" i="0" u="none" strike="noStrike" dirty="0">
                          <a:solidFill>
                            <a:srgbClr val="000000"/>
                          </a:solidFill>
                          <a:effectLst/>
                          <a:latin typeface="仿宋" panose="02010609060101010101" pitchFamily="49" charset="-122"/>
                          <a:ea typeface="仿宋" panose="02010609060101010101" pitchFamily="49" charset="-122"/>
                        </a:rPr>
                        <a:t>实际</a:t>
                      </a:r>
                    </a:p>
                  </a:txBody>
                  <a:tcPr marL="6356" marR="6356" marT="6356" marB="0" anchor="ctr">
                    <a:lnL w="6350" cap="flat" cmpd="sng" algn="ctr">
                      <a:solidFill>
                        <a:srgbClr val="000000"/>
                      </a:solidFill>
                      <a:prstDash val="solid"/>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200" b="0" i="0" u="none" strike="noStrike" dirty="0">
                          <a:solidFill>
                            <a:srgbClr val="000000"/>
                          </a:solidFill>
                          <a:effectLst/>
                          <a:latin typeface="仿宋" panose="02010609060101010101" pitchFamily="49" charset="-122"/>
                          <a:ea typeface="仿宋" panose="02010609060101010101" pitchFamily="49" charset="-122"/>
                        </a:rPr>
                        <a:t>标准</a:t>
                      </a:r>
                    </a:p>
                  </a:txBody>
                  <a:tcPr marL="6356" marR="6356" marT="6356" marB="0" anchor="ctr">
                    <a:lnL w="635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200" b="0" i="0" u="none" strike="noStrike" dirty="0">
                          <a:solidFill>
                            <a:srgbClr val="000000"/>
                          </a:solidFill>
                          <a:effectLst/>
                          <a:latin typeface="仿宋" panose="02010609060101010101" pitchFamily="49" charset="-122"/>
                          <a:ea typeface="仿宋" panose="02010609060101010101" pitchFamily="49" charset="-122"/>
                        </a:rPr>
                        <a:t>实际</a:t>
                      </a:r>
                    </a:p>
                  </a:txBody>
                  <a:tcPr marL="6356" marR="6356" marT="6356" marB="0" anchor="ctr">
                    <a:lnL w="6350" cap="flat" cmpd="sng" algn="ctr">
                      <a:solidFill>
                        <a:srgbClr val="000000"/>
                      </a:solidFill>
                      <a:prstDash val="solid"/>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200" b="0" i="0" u="none" strike="noStrike">
                          <a:solidFill>
                            <a:srgbClr val="000000"/>
                          </a:solidFill>
                          <a:effectLst/>
                          <a:latin typeface="仿宋" panose="02010609060101010101" pitchFamily="49" charset="-122"/>
                          <a:ea typeface="仿宋" panose="02010609060101010101" pitchFamily="49" charset="-122"/>
                        </a:rPr>
                        <a:t>标准</a:t>
                      </a:r>
                    </a:p>
                  </a:txBody>
                  <a:tcPr marL="6356" marR="6356" marT="6356" marB="0" anchor="ctr">
                    <a:lnL w="635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200" b="0" i="0" u="none" strike="noStrike">
                          <a:solidFill>
                            <a:srgbClr val="000000"/>
                          </a:solidFill>
                          <a:effectLst/>
                          <a:latin typeface="仿宋" panose="02010609060101010101" pitchFamily="49" charset="-122"/>
                          <a:ea typeface="仿宋" panose="02010609060101010101" pitchFamily="49" charset="-122"/>
                        </a:rPr>
                        <a:t>实际</a:t>
                      </a:r>
                    </a:p>
                  </a:txBody>
                  <a:tcPr marL="6356" marR="6356" marT="6356" marB="0" anchor="ctr">
                    <a:lnL w="6350" cap="flat" cmpd="sng" algn="ctr">
                      <a:solidFill>
                        <a:srgbClr val="000000"/>
                      </a:solidFill>
                      <a:prstDash val="solid"/>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200" b="0" i="0" u="none" strike="noStrike" dirty="0">
                          <a:solidFill>
                            <a:srgbClr val="000000"/>
                          </a:solidFill>
                          <a:effectLst/>
                          <a:latin typeface="仿宋" panose="02010609060101010101" pitchFamily="49" charset="-122"/>
                          <a:ea typeface="仿宋" panose="02010609060101010101" pitchFamily="49" charset="-122"/>
                        </a:rPr>
                        <a:t>标准</a:t>
                      </a:r>
                    </a:p>
                  </a:txBody>
                  <a:tcPr marL="6356" marR="6356" marT="6356" marB="0" anchor="ctr">
                    <a:lnL w="635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200" b="0" i="0" u="none" strike="noStrike" dirty="0">
                          <a:solidFill>
                            <a:srgbClr val="000000"/>
                          </a:solidFill>
                          <a:effectLst/>
                          <a:latin typeface="仿宋" panose="02010609060101010101" pitchFamily="49" charset="-122"/>
                          <a:ea typeface="仿宋" panose="02010609060101010101" pitchFamily="49" charset="-122"/>
                        </a:rPr>
                        <a:t>实际</a:t>
                      </a:r>
                    </a:p>
                  </a:txBody>
                  <a:tcPr marL="6356" marR="6356" marT="6356" marB="0" anchor="ctr">
                    <a:lnL w="6350" cap="flat" cmpd="sng" algn="ctr">
                      <a:solidFill>
                        <a:srgbClr val="000000"/>
                      </a:solidFill>
                      <a:prstDash val="solid"/>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200" b="0" i="0" u="none" strike="noStrike" dirty="0">
                          <a:solidFill>
                            <a:srgbClr val="000000"/>
                          </a:solidFill>
                          <a:effectLst/>
                          <a:latin typeface="仿宋" panose="02010609060101010101" pitchFamily="49" charset="-122"/>
                          <a:ea typeface="仿宋" panose="02010609060101010101" pitchFamily="49" charset="-122"/>
                        </a:rPr>
                        <a:t>标准</a:t>
                      </a:r>
                    </a:p>
                  </a:txBody>
                  <a:tcPr marL="6356" marR="6356" marT="6356" marB="0" anchor="ctr">
                    <a:lnL w="635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zh-TW" altLang="en-US" sz="1200" b="0" i="0" u="none" strike="noStrike" dirty="0">
                          <a:solidFill>
                            <a:srgbClr val="000000"/>
                          </a:solidFill>
                          <a:effectLst/>
                          <a:latin typeface="仿宋" panose="02010609060101010101" pitchFamily="49" charset="-122"/>
                          <a:ea typeface="仿宋" panose="02010609060101010101" pitchFamily="49" charset="-122"/>
                        </a:rPr>
                        <a:t>实际</a:t>
                      </a:r>
                    </a:p>
                  </a:txBody>
                  <a:tcPr marL="6356" marR="6356" marT="6356" marB="0" anchor="ctr">
                    <a:lnL w="6350" cap="flat" cmpd="sng" algn="ctr">
                      <a:solidFill>
                        <a:srgbClr val="000000"/>
                      </a:solidFill>
                      <a:prstDash val="solid"/>
                      <a:round/>
                      <a:headEnd type="none" w="med" len="med"/>
                      <a:tailEnd type="none" w="med" len="med"/>
                    </a:lnL>
                    <a:lnR w="12700" cap="flat" cmpd="sng" algn="ctr">
                      <a:solidFill>
                        <a:srgbClr val="000000"/>
                      </a:solidFill>
                      <a:prstDash val="dash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405042693"/>
                  </a:ext>
                </a:extLst>
              </a:tr>
              <a:tr h="197028">
                <a:tc>
                  <a:txBody>
                    <a:bodyPr/>
                    <a:lstStyle/>
                    <a:p>
                      <a:pPr algn="ctr" fontAlgn="b"/>
                      <a:r>
                        <a:rPr lang="zh-TW" altLang="en-US" sz="1200" b="0" i="0" u="none" strike="noStrike">
                          <a:solidFill>
                            <a:srgbClr val="000000"/>
                          </a:solidFill>
                          <a:effectLst/>
                          <a:latin typeface="仿宋" panose="02010609060101010101" pitchFamily="49" charset="-122"/>
                          <a:ea typeface="仿宋" panose="02010609060101010101" pitchFamily="49" charset="-122"/>
                        </a:rPr>
                        <a:t>安徽</a:t>
                      </a:r>
                    </a:p>
                  </a:txBody>
                  <a:tcPr marL="6356" marR="6356" marT="6356"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1" i="0" u="none" strike="noStrike" dirty="0">
                          <a:solidFill>
                            <a:srgbClr val="000000"/>
                          </a:solidFill>
                          <a:effectLst/>
                          <a:latin typeface="仿宋" panose="02010609060101010101" pitchFamily="49" charset="-122"/>
                          <a:ea typeface="仿宋" panose="02010609060101010101" pitchFamily="49" charset="-122"/>
                        </a:rPr>
                        <a:t>0.354 </a:t>
                      </a:r>
                    </a:p>
                  </a:txBody>
                  <a:tcPr marL="6356" marR="6356" marT="635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1" i="0" u="none" strike="noStrike">
                          <a:solidFill>
                            <a:srgbClr val="000000"/>
                          </a:solidFill>
                          <a:effectLst/>
                          <a:latin typeface="仿宋" panose="02010609060101010101" pitchFamily="49" charset="-122"/>
                          <a:ea typeface="仿宋" panose="02010609060101010101" pitchFamily="49" charset="-122"/>
                        </a:rPr>
                        <a:t>0.346 </a:t>
                      </a:r>
                    </a:p>
                  </a:txBody>
                  <a:tcPr marL="6356" marR="6356" marT="63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1" i="0" u="none" strike="noStrike">
                          <a:solidFill>
                            <a:srgbClr val="000000"/>
                          </a:solidFill>
                          <a:effectLst/>
                          <a:latin typeface="仿宋" panose="02010609060101010101" pitchFamily="49" charset="-122"/>
                          <a:ea typeface="仿宋" panose="02010609060101010101" pitchFamily="49" charset="-122"/>
                        </a:rPr>
                        <a:t>0.008 </a:t>
                      </a:r>
                    </a:p>
                  </a:txBody>
                  <a:tcPr marL="6356" marR="6356" marT="63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1" i="0" u="none" strike="noStrike">
                          <a:solidFill>
                            <a:srgbClr val="000000"/>
                          </a:solidFill>
                          <a:effectLst/>
                          <a:latin typeface="仿宋" panose="02010609060101010101" pitchFamily="49" charset="-122"/>
                          <a:ea typeface="仿宋" panose="02010609060101010101" pitchFamily="49" charset="-122"/>
                        </a:rPr>
                        <a:t>102.2%</a:t>
                      </a:r>
                    </a:p>
                  </a:txBody>
                  <a:tcPr marL="6356" marR="6356" marT="635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仿宋" panose="02010609060101010101" pitchFamily="49" charset="-122"/>
                          <a:ea typeface="仿宋" panose="02010609060101010101" pitchFamily="49" charset="-122"/>
                        </a:rPr>
                        <a:t>0.316 </a:t>
                      </a:r>
                    </a:p>
                  </a:txBody>
                  <a:tcPr marL="6356" marR="6356" marT="635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仿宋" panose="02010609060101010101" pitchFamily="49" charset="-122"/>
                          <a:ea typeface="仿宋" panose="02010609060101010101" pitchFamily="49" charset="-122"/>
                        </a:rPr>
                        <a:t>0.288 </a:t>
                      </a:r>
                    </a:p>
                  </a:txBody>
                  <a:tcPr marL="6356" marR="6356" marT="6356" marB="0" anchor="b">
                    <a:lnL w="6350" cap="flat" cmpd="sng" algn="ctr">
                      <a:solidFill>
                        <a:srgbClr val="000000"/>
                      </a:solidFill>
                      <a:prstDash val="solid"/>
                      <a:round/>
                      <a:headEnd type="none" w="med" len="med"/>
                      <a:tailEnd type="none" w="med" len="med"/>
                    </a:lnL>
                    <a:lnR w="6350" cap="flat" cmpd="sng" algn="ctr">
                      <a:solidFill>
                        <a:srgbClr val="000000"/>
                      </a:solidFill>
                      <a:prstDash val="dash"/>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仿宋" panose="02010609060101010101" pitchFamily="49" charset="-122"/>
                          <a:ea typeface="仿宋" panose="02010609060101010101" pitchFamily="49" charset="-122"/>
                        </a:rPr>
                        <a:t>0.238 </a:t>
                      </a:r>
                    </a:p>
                  </a:txBody>
                  <a:tcPr marL="6356" marR="6356" marT="6356" marB="0" anchor="b">
                    <a:lnL w="635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仿宋" panose="02010609060101010101" pitchFamily="49" charset="-122"/>
                          <a:ea typeface="仿宋" panose="02010609060101010101" pitchFamily="49" charset="-122"/>
                        </a:rPr>
                        <a:t>0.236 </a:t>
                      </a:r>
                    </a:p>
                  </a:txBody>
                  <a:tcPr marL="6356" marR="6356" marT="6356" marB="0" anchor="b">
                    <a:lnL w="6350" cap="flat" cmpd="sng" algn="ctr">
                      <a:solidFill>
                        <a:srgbClr val="000000"/>
                      </a:solidFill>
                      <a:prstDash val="solid"/>
                      <a:round/>
                      <a:headEnd type="none" w="med" len="med"/>
                      <a:tailEnd type="none" w="med" len="med"/>
                    </a:lnL>
                    <a:lnR w="6350" cap="flat" cmpd="sng" algn="ctr">
                      <a:solidFill>
                        <a:srgbClr val="000000"/>
                      </a:solidFill>
                      <a:prstDash val="dash"/>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仿宋" panose="02010609060101010101" pitchFamily="49" charset="-122"/>
                          <a:ea typeface="仿宋" panose="02010609060101010101" pitchFamily="49" charset="-122"/>
                        </a:rPr>
                        <a:t>0.029 </a:t>
                      </a:r>
                    </a:p>
                  </a:txBody>
                  <a:tcPr marL="6356" marR="6356" marT="6356" marB="0" anchor="b">
                    <a:lnL w="635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仿宋" panose="02010609060101010101" pitchFamily="49" charset="-122"/>
                          <a:ea typeface="仿宋" panose="02010609060101010101" pitchFamily="49" charset="-122"/>
                        </a:rPr>
                        <a:t>0.027 </a:t>
                      </a:r>
                    </a:p>
                  </a:txBody>
                  <a:tcPr marL="6356" marR="6356" marT="6356" marB="0" anchor="b">
                    <a:lnL w="6350" cap="flat" cmpd="sng" algn="ctr">
                      <a:solidFill>
                        <a:srgbClr val="000000"/>
                      </a:solidFill>
                      <a:prstDash val="solid"/>
                      <a:round/>
                      <a:headEnd type="none" w="med" len="med"/>
                      <a:tailEnd type="none" w="med" len="med"/>
                    </a:lnL>
                    <a:lnR w="6350" cap="flat" cmpd="sng" algn="ctr">
                      <a:solidFill>
                        <a:srgbClr val="000000"/>
                      </a:solidFill>
                      <a:prstDash val="dash"/>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dirty="0">
                          <a:solidFill>
                            <a:srgbClr val="000000"/>
                          </a:solidFill>
                          <a:effectLst/>
                          <a:latin typeface="仿宋" panose="02010609060101010101" pitchFamily="49" charset="-122"/>
                          <a:ea typeface="仿宋" panose="02010609060101010101" pitchFamily="49" charset="-122"/>
                        </a:rPr>
                        <a:t>0.007 </a:t>
                      </a:r>
                    </a:p>
                  </a:txBody>
                  <a:tcPr marL="6356" marR="6356" marT="6356" marB="0" anchor="b">
                    <a:lnL w="635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dirty="0">
                          <a:solidFill>
                            <a:srgbClr val="000000"/>
                          </a:solidFill>
                          <a:effectLst/>
                          <a:latin typeface="仿宋" panose="02010609060101010101" pitchFamily="49" charset="-122"/>
                          <a:ea typeface="仿宋" panose="02010609060101010101" pitchFamily="49" charset="-122"/>
                        </a:rPr>
                        <a:t>0.007 </a:t>
                      </a:r>
                    </a:p>
                  </a:txBody>
                  <a:tcPr marL="6356" marR="6356" marT="6356" marB="0" anchor="b">
                    <a:lnL w="6350" cap="flat" cmpd="sng" algn="ctr">
                      <a:solidFill>
                        <a:srgbClr val="000000"/>
                      </a:solidFill>
                      <a:prstDash val="solid"/>
                      <a:round/>
                      <a:headEnd type="none" w="med" len="med"/>
                      <a:tailEnd type="none" w="med" len="med"/>
                    </a:lnL>
                    <a:lnR w="6350" cap="flat" cmpd="sng" algn="ctr">
                      <a:solidFill>
                        <a:srgbClr val="000000"/>
                      </a:solidFill>
                      <a:prstDash val="dash"/>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仿宋" panose="02010609060101010101" pitchFamily="49" charset="-122"/>
                          <a:ea typeface="仿宋" panose="02010609060101010101" pitchFamily="49" charset="-122"/>
                        </a:rPr>
                        <a:t>0.015 </a:t>
                      </a:r>
                    </a:p>
                  </a:txBody>
                  <a:tcPr marL="6356" marR="6356" marT="6356" marB="0" anchor="b">
                    <a:lnL w="635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仿宋" panose="02010609060101010101" pitchFamily="49" charset="-122"/>
                          <a:ea typeface="仿宋" panose="02010609060101010101" pitchFamily="49" charset="-122"/>
                        </a:rPr>
                        <a:t>0.014 </a:t>
                      </a:r>
                    </a:p>
                  </a:txBody>
                  <a:tcPr marL="6356" marR="6356" marT="6356" marB="0" anchor="b">
                    <a:lnL w="6350" cap="flat" cmpd="sng" algn="ctr">
                      <a:solidFill>
                        <a:srgbClr val="000000"/>
                      </a:solidFill>
                      <a:prstDash val="solid"/>
                      <a:round/>
                      <a:headEnd type="none" w="med" len="med"/>
                      <a:tailEnd type="none" w="med" len="med"/>
                    </a:lnL>
                    <a:lnR w="6350" cap="flat" cmpd="sng" algn="ctr">
                      <a:solidFill>
                        <a:srgbClr val="000000"/>
                      </a:solidFill>
                      <a:prstDash val="dash"/>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仿宋" panose="02010609060101010101" pitchFamily="49" charset="-122"/>
                          <a:ea typeface="仿宋" panose="02010609060101010101" pitchFamily="49" charset="-122"/>
                        </a:rPr>
                        <a:t>0.502 </a:t>
                      </a:r>
                    </a:p>
                  </a:txBody>
                  <a:tcPr marL="6356" marR="6356" marT="6356" marB="0" anchor="b">
                    <a:lnL w="635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仿宋" panose="02010609060101010101" pitchFamily="49" charset="-122"/>
                          <a:ea typeface="仿宋" panose="02010609060101010101" pitchFamily="49" charset="-122"/>
                        </a:rPr>
                        <a:t>0.533 </a:t>
                      </a:r>
                    </a:p>
                  </a:txBody>
                  <a:tcPr marL="6356" marR="6356" marT="6356" marB="0" anchor="b">
                    <a:lnL w="6350" cap="flat" cmpd="sng" algn="ctr">
                      <a:solidFill>
                        <a:srgbClr val="000000"/>
                      </a:solidFill>
                      <a:prstDash val="solid"/>
                      <a:round/>
                      <a:headEnd type="none" w="med" len="med"/>
                      <a:tailEnd type="none" w="med" len="med"/>
                    </a:lnL>
                    <a:lnR w="12700" cap="flat" cmpd="sng" algn="ctr">
                      <a:solidFill>
                        <a:srgbClr val="000000"/>
                      </a:solidFill>
                      <a:prstDash val="dashDot"/>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71158877"/>
                  </a:ext>
                </a:extLst>
              </a:tr>
              <a:tr h="197028">
                <a:tc>
                  <a:txBody>
                    <a:bodyPr/>
                    <a:lstStyle/>
                    <a:p>
                      <a:pPr algn="ctr" fontAlgn="b"/>
                      <a:r>
                        <a:rPr lang="zh-TW" altLang="en-US" sz="1200" b="0" i="0" u="none" strike="noStrike">
                          <a:solidFill>
                            <a:srgbClr val="000000"/>
                          </a:solidFill>
                          <a:effectLst/>
                          <a:latin typeface="仿宋" panose="02010609060101010101" pitchFamily="49" charset="-122"/>
                          <a:ea typeface="仿宋" panose="02010609060101010101" pitchFamily="49" charset="-122"/>
                        </a:rPr>
                        <a:t>浙江</a:t>
                      </a:r>
                    </a:p>
                  </a:txBody>
                  <a:tcPr marL="6356" marR="6356" marT="6356"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1" i="0" u="none" strike="noStrike">
                          <a:solidFill>
                            <a:srgbClr val="000000"/>
                          </a:solidFill>
                          <a:effectLst/>
                          <a:latin typeface="仿宋" panose="02010609060101010101" pitchFamily="49" charset="-122"/>
                          <a:ea typeface="仿宋" panose="02010609060101010101" pitchFamily="49" charset="-122"/>
                        </a:rPr>
                        <a:t>0.429 </a:t>
                      </a:r>
                    </a:p>
                  </a:txBody>
                  <a:tcPr marL="6356" marR="6356" marT="635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1" i="0" u="none" strike="noStrike" dirty="0">
                          <a:solidFill>
                            <a:srgbClr val="000000"/>
                          </a:solidFill>
                          <a:effectLst/>
                          <a:latin typeface="仿宋" panose="02010609060101010101" pitchFamily="49" charset="-122"/>
                          <a:ea typeface="仿宋" panose="02010609060101010101" pitchFamily="49" charset="-122"/>
                        </a:rPr>
                        <a:t>0.413 </a:t>
                      </a:r>
                    </a:p>
                  </a:txBody>
                  <a:tcPr marL="6356" marR="6356" marT="63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1" i="0" u="none" strike="noStrike" dirty="0">
                          <a:solidFill>
                            <a:srgbClr val="000000"/>
                          </a:solidFill>
                          <a:effectLst/>
                          <a:latin typeface="仿宋" panose="02010609060101010101" pitchFamily="49" charset="-122"/>
                          <a:ea typeface="仿宋" panose="02010609060101010101" pitchFamily="49" charset="-122"/>
                        </a:rPr>
                        <a:t>0.016 </a:t>
                      </a:r>
                    </a:p>
                  </a:txBody>
                  <a:tcPr marL="6356" marR="6356" marT="63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1" i="0" u="none" strike="noStrike" dirty="0">
                          <a:solidFill>
                            <a:srgbClr val="000000"/>
                          </a:solidFill>
                          <a:effectLst/>
                          <a:latin typeface="仿宋" panose="02010609060101010101" pitchFamily="49" charset="-122"/>
                          <a:ea typeface="仿宋" panose="02010609060101010101" pitchFamily="49" charset="-122"/>
                        </a:rPr>
                        <a:t>103.9%</a:t>
                      </a:r>
                    </a:p>
                  </a:txBody>
                  <a:tcPr marL="6356" marR="6356" marT="635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仿宋" panose="02010609060101010101" pitchFamily="49" charset="-122"/>
                          <a:ea typeface="仿宋" panose="02010609060101010101" pitchFamily="49" charset="-122"/>
                        </a:rPr>
                        <a:t>0.306 </a:t>
                      </a:r>
                    </a:p>
                  </a:txBody>
                  <a:tcPr marL="6356" marR="6356" marT="635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仿宋" panose="02010609060101010101" pitchFamily="49" charset="-122"/>
                          <a:ea typeface="仿宋" panose="02010609060101010101" pitchFamily="49" charset="-122"/>
                        </a:rPr>
                        <a:t>0.317 </a:t>
                      </a:r>
                    </a:p>
                  </a:txBody>
                  <a:tcPr marL="6356" marR="6356" marT="6356" marB="0" anchor="b">
                    <a:lnL w="6350" cap="flat" cmpd="sng" algn="ctr">
                      <a:solidFill>
                        <a:srgbClr val="000000"/>
                      </a:solidFill>
                      <a:prstDash val="solid"/>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仿宋" panose="02010609060101010101" pitchFamily="49" charset="-122"/>
                          <a:ea typeface="仿宋" panose="02010609060101010101" pitchFamily="49" charset="-122"/>
                        </a:rPr>
                        <a:t>0.247 </a:t>
                      </a:r>
                    </a:p>
                  </a:txBody>
                  <a:tcPr marL="6356" marR="6356" marT="6356" marB="0" anchor="b">
                    <a:lnL w="635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仿宋" panose="02010609060101010101" pitchFamily="49" charset="-122"/>
                          <a:ea typeface="仿宋" panose="02010609060101010101" pitchFamily="49" charset="-122"/>
                        </a:rPr>
                        <a:t>0.267 </a:t>
                      </a:r>
                    </a:p>
                  </a:txBody>
                  <a:tcPr marL="6356" marR="6356" marT="6356" marB="0" anchor="b">
                    <a:lnL w="6350" cap="flat" cmpd="sng" algn="ctr">
                      <a:solidFill>
                        <a:srgbClr val="000000"/>
                      </a:solidFill>
                      <a:prstDash val="solid"/>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仿宋" panose="02010609060101010101" pitchFamily="49" charset="-122"/>
                          <a:ea typeface="仿宋" panose="02010609060101010101" pitchFamily="49" charset="-122"/>
                        </a:rPr>
                        <a:t>0.026 </a:t>
                      </a:r>
                    </a:p>
                  </a:txBody>
                  <a:tcPr marL="6356" marR="6356" marT="6356" marB="0" anchor="b">
                    <a:lnL w="635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仿宋" panose="02010609060101010101" pitchFamily="49" charset="-122"/>
                          <a:ea typeface="仿宋" panose="02010609060101010101" pitchFamily="49" charset="-122"/>
                        </a:rPr>
                        <a:t>0.025 </a:t>
                      </a:r>
                    </a:p>
                  </a:txBody>
                  <a:tcPr marL="6356" marR="6356" marT="6356" marB="0" anchor="b">
                    <a:lnL w="6350" cap="flat" cmpd="sng" algn="ctr">
                      <a:solidFill>
                        <a:srgbClr val="000000"/>
                      </a:solidFill>
                      <a:prstDash val="solid"/>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仿宋" panose="02010609060101010101" pitchFamily="49" charset="-122"/>
                          <a:ea typeface="仿宋" panose="02010609060101010101" pitchFamily="49" charset="-122"/>
                        </a:rPr>
                        <a:t>0.006 </a:t>
                      </a:r>
                    </a:p>
                  </a:txBody>
                  <a:tcPr marL="6356" marR="6356" marT="6356" marB="0" anchor="b">
                    <a:lnL w="635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仿宋" panose="02010609060101010101" pitchFamily="49" charset="-122"/>
                          <a:ea typeface="仿宋" panose="02010609060101010101" pitchFamily="49" charset="-122"/>
                        </a:rPr>
                        <a:t>0.006 </a:t>
                      </a:r>
                    </a:p>
                  </a:txBody>
                  <a:tcPr marL="6356" marR="6356" marT="6356" marB="0" anchor="b">
                    <a:lnL w="6350" cap="flat" cmpd="sng" algn="ctr">
                      <a:solidFill>
                        <a:srgbClr val="000000"/>
                      </a:solidFill>
                      <a:prstDash val="solid"/>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仿宋" panose="02010609060101010101" pitchFamily="49" charset="-122"/>
                          <a:ea typeface="仿宋" panose="02010609060101010101" pitchFamily="49" charset="-122"/>
                        </a:rPr>
                        <a:t>0.012 </a:t>
                      </a:r>
                    </a:p>
                  </a:txBody>
                  <a:tcPr marL="6356" marR="6356" marT="6356" marB="0" anchor="b">
                    <a:lnL w="635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仿宋" panose="02010609060101010101" pitchFamily="49" charset="-122"/>
                          <a:ea typeface="仿宋" panose="02010609060101010101" pitchFamily="49" charset="-122"/>
                        </a:rPr>
                        <a:t>0.011 </a:t>
                      </a:r>
                    </a:p>
                  </a:txBody>
                  <a:tcPr marL="6356" marR="6356" marT="6356" marB="0" anchor="b">
                    <a:lnL w="6350" cap="flat" cmpd="sng" algn="ctr">
                      <a:solidFill>
                        <a:srgbClr val="000000"/>
                      </a:solidFill>
                      <a:prstDash val="solid"/>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仿宋" panose="02010609060101010101" pitchFamily="49" charset="-122"/>
                          <a:ea typeface="仿宋" panose="02010609060101010101" pitchFamily="49" charset="-122"/>
                        </a:rPr>
                        <a:t>0.603 </a:t>
                      </a:r>
                    </a:p>
                  </a:txBody>
                  <a:tcPr marL="6356" marR="6356" marT="6356" marB="0" anchor="b">
                    <a:lnL w="6350" cap="flat" cmpd="sng" algn="ctr">
                      <a:solidFill>
                        <a:srgbClr val="000000"/>
                      </a:solidFill>
                      <a:prstDash val="dash"/>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dirty="0">
                          <a:solidFill>
                            <a:srgbClr val="000000"/>
                          </a:solidFill>
                          <a:effectLst/>
                          <a:latin typeface="仿宋" panose="02010609060101010101" pitchFamily="49" charset="-122"/>
                          <a:ea typeface="仿宋" panose="02010609060101010101" pitchFamily="49" charset="-122"/>
                        </a:rPr>
                        <a:t>0.526 </a:t>
                      </a:r>
                    </a:p>
                  </a:txBody>
                  <a:tcPr marL="6356" marR="6356" marT="6356" marB="0" anchor="b">
                    <a:lnL w="6350" cap="flat" cmpd="sng" algn="ctr">
                      <a:solidFill>
                        <a:srgbClr val="000000"/>
                      </a:solidFill>
                      <a:prstDash val="solid"/>
                      <a:round/>
                      <a:headEnd type="none" w="med" len="med"/>
                      <a:tailEnd type="none" w="med" len="med"/>
                    </a:lnL>
                    <a:lnR w="12700" cap="flat" cmpd="sng" algn="ctr">
                      <a:solidFill>
                        <a:srgbClr val="000000"/>
                      </a:solidFill>
                      <a:prstDash val="dash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24114173"/>
                  </a:ext>
                </a:extLst>
              </a:tr>
            </a:tbl>
          </a:graphicData>
        </a:graphic>
      </p:graphicFrame>
      <p:sp>
        <p:nvSpPr>
          <p:cNvPr id="6" name="Rectangle 5">
            <a:extLst>
              <a:ext uri="{FF2B5EF4-FFF2-40B4-BE49-F238E27FC236}">
                <a16:creationId xmlns:a16="http://schemas.microsoft.com/office/drawing/2014/main" id="{A0C44E43-BA70-ECEC-8003-48A4A3F54354}"/>
              </a:ext>
            </a:extLst>
          </p:cNvPr>
          <p:cNvSpPr/>
          <p:nvPr/>
        </p:nvSpPr>
        <p:spPr>
          <a:xfrm>
            <a:off x="480963" y="3429794"/>
            <a:ext cx="432048" cy="3596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zh-CN" altLang="en-US" b="1" dirty="0">
                <a:solidFill>
                  <a:schemeClr val="tx1"/>
                </a:solidFill>
                <a:latin typeface="微软雅黑" panose="020B0503020204020204" pitchFamily="34" charset="-122"/>
                <a:ea typeface="微软雅黑" panose="020B0503020204020204" pitchFamily="34" charset="-122"/>
              </a:rPr>
              <a:t>电</a:t>
            </a:r>
            <a:endParaRPr lang="en-US" b="1" dirty="0">
              <a:solidFill>
                <a:schemeClr val="tx1"/>
              </a:solidFill>
              <a:latin typeface="微软雅黑" panose="020B0503020204020204" pitchFamily="34" charset="-122"/>
              <a:ea typeface="微软雅黑" panose="020B0503020204020204" pitchFamily="34" charset="-122"/>
            </a:endParaRPr>
          </a:p>
        </p:txBody>
      </p:sp>
      <p:sp>
        <p:nvSpPr>
          <p:cNvPr id="7" name="Rectangle 6">
            <a:extLst>
              <a:ext uri="{FF2B5EF4-FFF2-40B4-BE49-F238E27FC236}">
                <a16:creationId xmlns:a16="http://schemas.microsoft.com/office/drawing/2014/main" id="{10E837B2-C3E0-A622-6389-26B8B6C2A68A}"/>
              </a:ext>
            </a:extLst>
          </p:cNvPr>
          <p:cNvSpPr/>
          <p:nvPr/>
        </p:nvSpPr>
        <p:spPr>
          <a:xfrm>
            <a:off x="480963" y="4648762"/>
            <a:ext cx="432048" cy="3596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zh-CN" altLang="en-US" b="1" dirty="0">
                <a:solidFill>
                  <a:schemeClr val="tx1"/>
                </a:solidFill>
                <a:latin typeface="微软雅黑" panose="020B0503020204020204" pitchFamily="34" charset="-122"/>
                <a:ea typeface="微软雅黑" panose="020B0503020204020204" pitchFamily="34" charset="-122"/>
              </a:rPr>
              <a:t>汽</a:t>
            </a:r>
            <a:endParaRPr lang="en-US" b="1" dirty="0">
              <a:solidFill>
                <a:schemeClr val="tx1"/>
              </a:solidFill>
              <a:latin typeface="微软雅黑" panose="020B0503020204020204" pitchFamily="34" charset="-122"/>
              <a:ea typeface="微软雅黑" panose="020B0503020204020204" pitchFamily="34" charset="-122"/>
            </a:endParaRPr>
          </a:p>
        </p:txBody>
      </p:sp>
      <p:sp>
        <p:nvSpPr>
          <p:cNvPr id="10" name="Rectangle 9">
            <a:extLst>
              <a:ext uri="{FF2B5EF4-FFF2-40B4-BE49-F238E27FC236}">
                <a16:creationId xmlns:a16="http://schemas.microsoft.com/office/drawing/2014/main" id="{9FFC66CC-E602-CF5E-46D2-50365CBDEA80}"/>
              </a:ext>
            </a:extLst>
          </p:cNvPr>
          <p:cNvSpPr/>
          <p:nvPr/>
        </p:nvSpPr>
        <p:spPr>
          <a:xfrm>
            <a:off x="480963" y="5867730"/>
            <a:ext cx="432048" cy="3596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zh-CN" altLang="en-US" b="1" dirty="0">
                <a:solidFill>
                  <a:schemeClr val="tx1"/>
                </a:solidFill>
                <a:latin typeface="微软雅黑" panose="020B0503020204020204" pitchFamily="34" charset="-122"/>
                <a:ea typeface="微软雅黑" panose="020B0503020204020204" pitchFamily="34" charset="-122"/>
              </a:rPr>
              <a:t>水</a:t>
            </a:r>
            <a:endParaRPr lang="en-US" b="1"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905858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B4F44-99CA-476C-3379-71CF1A963551}"/>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41D9BA6F-30CF-9E7C-64A7-2F1C70957312}"/>
              </a:ext>
            </a:extLst>
          </p:cNvPr>
          <p:cNvSpPr>
            <a:spLocks noGrp="1"/>
          </p:cNvSpPr>
          <p:nvPr>
            <p:ph sz="quarter" idx="10"/>
          </p:nvPr>
        </p:nvSpPr>
        <p:spPr/>
        <p:txBody>
          <a:bodyPr/>
          <a:lstStyle/>
          <a:p>
            <a:r>
              <a:rPr lang="zh-CN" altLang="en-US" dirty="0"/>
              <a:t>标准成本分析与跟踪 </a:t>
            </a:r>
            <a:r>
              <a:rPr lang="en-US" altLang="zh-CN" dirty="0"/>
              <a:t>– </a:t>
            </a:r>
            <a:r>
              <a:rPr lang="zh-CN" altLang="en-US" dirty="0"/>
              <a:t>价格评价指标</a:t>
            </a:r>
          </a:p>
        </p:txBody>
      </p:sp>
      <p:graphicFrame>
        <p:nvGraphicFramePr>
          <p:cNvPr id="10" name="Table 9">
            <a:extLst>
              <a:ext uri="{FF2B5EF4-FFF2-40B4-BE49-F238E27FC236}">
                <a16:creationId xmlns:a16="http://schemas.microsoft.com/office/drawing/2014/main" id="{39739F7F-7770-BD3F-B63C-EA6FBE5C55D9}"/>
              </a:ext>
            </a:extLst>
          </p:cNvPr>
          <p:cNvGraphicFramePr>
            <a:graphicFrameLocks noGrp="1"/>
          </p:cNvGraphicFramePr>
          <p:nvPr>
            <p:extLst>
              <p:ext uri="{D42A27DB-BD31-4B8C-83A1-F6EECF244321}">
                <p14:modId xmlns:p14="http://schemas.microsoft.com/office/powerpoint/2010/main" val="494747950"/>
              </p:ext>
            </p:extLst>
          </p:nvPr>
        </p:nvGraphicFramePr>
        <p:xfrm>
          <a:off x="352859" y="2493690"/>
          <a:ext cx="11505766" cy="2736306"/>
        </p:xfrm>
        <a:graphic>
          <a:graphicData uri="http://schemas.openxmlformats.org/drawingml/2006/table">
            <a:tbl>
              <a:tblPr/>
              <a:tblGrid>
                <a:gridCol w="2420032">
                  <a:extLst>
                    <a:ext uri="{9D8B030D-6E8A-4147-A177-3AD203B41FA5}">
                      <a16:colId xmlns:a16="http://schemas.microsoft.com/office/drawing/2014/main" val="652691631"/>
                    </a:ext>
                  </a:extLst>
                </a:gridCol>
                <a:gridCol w="1082646">
                  <a:extLst>
                    <a:ext uri="{9D8B030D-6E8A-4147-A177-3AD203B41FA5}">
                      <a16:colId xmlns:a16="http://schemas.microsoft.com/office/drawing/2014/main" val="2417531432"/>
                    </a:ext>
                  </a:extLst>
                </a:gridCol>
                <a:gridCol w="1082646">
                  <a:extLst>
                    <a:ext uri="{9D8B030D-6E8A-4147-A177-3AD203B41FA5}">
                      <a16:colId xmlns:a16="http://schemas.microsoft.com/office/drawing/2014/main" val="1771838629"/>
                    </a:ext>
                  </a:extLst>
                </a:gridCol>
                <a:gridCol w="1082646">
                  <a:extLst>
                    <a:ext uri="{9D8B030D-6E8A-4147-A177-3AD203B41FA5}">
                      <a16:colId xmlns:a16="http://schemas.microsoft.com/office/drawing/2014/main" val="664795595"/>
                    </a:ext>
                  </a:extLst>
                </a:gridCol>
                <a:gridCol w="1294929">
                  <a:extLst>
                    <a:ext uri="{9D8B030D-6E8A-4147-A177-3AD203B41FA5}">
                      <a16:colId xmlns:a16="http://schemas.microsoft.com/office/drawing/2014/main" val="657018773"/>
                    </a:ext>
                  </a:extLst>
                </a:gridCol>
                <a:gridCol w="1082646">
                  <a:extLst>
                    <a:ext uri="{9D8B030D-6E8A-4147-A177-3AD203B41FA5}">
                      <a16:colId xmlns:a16="http://schemas.microsoft.com/office/drawing/2014/main" val="3170458295"/>
                    </a:ext>
                  </a:extLst>
                </a:gridCol>
                <a:gridCol w="1082646">
                  <a:extLst>
                    <a:ext uri="{9D8B030D-6E8A-4147-A177-3AD203B41FA5}">
                      <a16:colId xmlns:a16="http://schemas.microsoft.com/office/drawing/2014/main" val="1367756337"/>
                    </a:ext>
                  </a:extLst>
                </a:gridCol>
                <a:gridCol w="1082646">
                  <a:extLst>
                    <a:ext uri="{9D8B030D-6E8A-4147-A177-3AD203B41FA5}">
                      <a16:colId xmlns:a16="http://schemas.microsoft.com/office/drawing/2014/main" val="2945403562"/>
                    </a:ext>
                  </a:extLst>
                </a:gridCol>
                <a:gridCol w="1294929">
                  <a:extLst>
                    <a:ext uri="{9D8B030D-6E8A-4147-A177-3AD203B41FA5}">
                      <a16:colId xmlns:a16="http://schemas.microsoft.com/office/drawing/2014/main" val="3939673127"/>
                    </a:ext>
                  </a:extLst>
                </a:gridCol>
              </a:tblGrid>
              <a:tr h="385208">
                <a:tc gridSpan="5">
                  <a:txBody>
                    <a:bodyPr/>
                    <a:lstStyle/>
                    <a:p>
                      <a:pPr algn="ctr" fontAlgn="ctr"/>
                      <a:r>
                        <a:rPr lang="zh-TW" altLang="en-US" sz="1600" b="1" i="0" u="none" strike="noStrike">
                          <a:solidFill>
                            <a:srgbClr val="000000"/>
                          </a:solidFill>
                          <a:effectLst/>
                          <a:latin typeface="微软雅黑" panose="020B0503020204020204" pitchFamily="34" charset="-122"/>
                          <a:ea typeface="微软雅黑" panose="020B0503020204020204" pitchFamily="34" charset="-122"/>
                        </a:rPr>
                        <a:t>安徽</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fontAlgn="ctr"/>
                      <a:r>
                        <a:rPr lang="zh-TW" altLang="en-US" sz="1600" b="1" i="0" u="none" strike="noStrike">
                          <a:solidFill>
                            <a:srgbClr val="000000"/>
                          </a:solidFill>
                          <a:effectLst/>
                          <a:latin typeface="微软雅黑" panose="020B0503020204020204" pitchFamily="34" charset="-122"/>
                          <a:ea typeface="微软雅黑" panose="020B0503020204020204" pitchFamily="34" charset="-122"/>
                        </a:rPr>
                        <a:t>浙江</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612005446"/>
                  </a:ext>
                </a:extLst>
              </a:tr>
              <a:tr h="358642">
                <a:tc>
                  <a:txBody>
                    <a:bodyPr/>
                    <a:lstStyle/>
                    <a:p>
                      <a:pPr algn="ctr" fontAlgn="b"/>
                      <a:r>
                        <a:rPr lang="zh-TW" altLang="en-US" sz="1600" b="1" i="0" u="none" strike="noStrike">
                          <a:solidFill>
                            <a:srgbClr val="FFFFFF"/>
                          </a:solidFill>
                          <a:effectLst/>
                          <a:latin typeface="微软雅黑" panose="020B0503020204020204" pitchFamily="34" charset="-122"/>
                          <a:ea typeface="微软雅黑" panose="020B0503020204020204" pitchFamily="34" charset="-122"/>
                        </a:rPr>
                        <a:t>项目</a:t>
                      </a:r>
                    </a:p>
                  </a:txBody>
                  <a:tcPr marL="7620" marR="7620" marT="762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75B5"/>
                    </a:solidFill>
                  </a:tcPr>
                </a:tc>
                <a:tc>
                  <a:txBody>
                    <a:bodyPr/>
                    <a:lstStyle/>
                    <a:p>
                      <a:pPr algn="ctr" fontAlgn="b"/>
                      <a:r>
                        <a:rPr lang="zh-TW" altLang="en-US" sz="1600" b="1" i="0" u="none" strike="noStrike">
                          <a:solidFill>
                            <a:srgbClr val="FFFFFF"/>
                          </a:solidFill>
                          <a:effectLst/>
                          <a:latin typeface="微软雅黑" panose="020B0503020204020204" pitchFamily="34" charset="-122"/>
                          <a:ea typeface="微软雅黑" panose="020B0503020204020204" pitchFamily="34" charset="-122"/>
                        </a:rPr>
                        <a:t>实际</a:t>
                      </a:r>
                    </a:p>
                  </a:txBody>
                  <a:tcPr marL="7620" marR="7620" marT="762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75B5"/>
                    </a:solidFill>
                  </a:tcPr>
                </a:tc>
                <a:tc>
                  <a:txBody>
                    <a:bodyPr/>
                    <a:lstStyle/>
                    <a:p>
                      <a:pPr algn="ctr" fontAlgn="b"/>
                      <a:r>
                        <a:rPr lang="zh-TW" altLang="en-US" sz="1600" b="1" i="0" u="none" strike="noStrike">
                          <a:solidFill>
                            <a:srgbClr val="FFFFFF"/>
                          </a:solidFill>
                          <a:effectLst/>
                          <a:latin typeface="微软雅黑" panose="020B0503020204020204" pitchFamily="34" charset="-122"/>
                          <a:ea typeface="微软雅黑" panose="020B0503020204020204" pitchFamily="34" charset="-122"/>
                        </a:rPr>
                        <a:t>标准</a:t>
                      </a:r>
                    </a:p>
                  </a:txBody>
                  <a:tcPr marL="7620" marR="7620" marT="762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75B5"/>
                    </a:solidFill>
                  </a:tcPr>
                </a:tc>
                <a:tc>
                  <a:txBody>
                    <a:bodyPr/>
                    <a:lstStyle/>
                    <a:p>
                      <a:pPr algn="ctr" fontAlgn="b"/>
                      <a:r>
                        <a:rPr lang="zh-TW" altLang="en-US" sz="1600" b="1" i="0" u="none" strike="noStrike">
                          <a:solidFill>
                            <a:srgbClr val="FFFFFF"/>
                          </a:solidFill>
                          <a:effectLst/>
                          <a:latin typeface="微软雅黑" panose="020B0503020204020204" pitchFamily="34" charset="-122"/>
                          <a:ea typeface="微软雅黑" panose="020B0503020204020204" pitchFamily="34" charset="-122"/>
                        </a:rPr>
                        <a:t>差异</a:t>
                      </a:r>
                    </a:p>
                  </a:txBody>
                  <a:tcPr marL="7620" marR="7620" marT="762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75B5"/>
                    </a:solidFill>
                  </a:tcPr>
                </a:tc>
                <a:tc>
                  <a:txBody>
                    <a:bodyPr/>
                    <a:lstStyle/>
                    <a:p>
                      <a:pPr algn="ctr" fontAlgn="b"/>
                      <a:r>
                        <a:rPr lang="zh-TW" altLang="en-US" sz="1600" b="1" i="0" u="none" strike="noStrike">
                          <a:solidFill>
                            <a:srgbClr val="FFFFFF"/>
                          </a:solidFill>
                          <a:effectLst/>
                          <a:latin typeface="微软雅黑" panose="020B0503020204020204" pitchFamily="34" charset="-122"/>
                          <a:ea typeface="微软雅黑" panose="020B0503020204020204" pitchFamily="34" charset="-122"/>
                        </a:rPr>
                        <a:t>影响吨纸</a:t>
                      </a:r>
                    </a:p>
                  </a:txBody>
                  <a:tcPr marL="7620" marR="7620" marT="762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75B5"/>
                    </a:solidFill>
                  </a:tcPr>
                </a:tc>
                <a:tc>
                  <a:txBody>
                    <a:bodyPr/>
                    <a:lstStyle/>
                    <a:p>
                      <a:pPr algn="ctr" fontAlgn="b"/>
                      <a:r>
                        <a:rPr lang="zh-TW" altLang="en-US" sz="1600" b="1" i="0" u="none" strike="noStrike">
                          <a:solidFill>
                            <a:srgbClr val="FFFFFF"/>
                          </a:solidFill>
                          <a:effectLst/>
                          <a:latin typeface="微软雅黑" panose="020B0503020204020204" pitchFamily="34" charset="-122"/>
                          <a:ea typeface="微软雅黑" panose="020B0503020204020204" pitchFamily="34" charset="-122"/>
                        </a:rPr>
                        <a:t>实际</a:t>
                      </a:r>
                    </a:p>
                  </a:txBody>
                  <a:tcPr marL="7620" marR="7620" marT="762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75B5"/>
                    </a:solidFill>
                  </a:tcPr>
                </a:tc>
                <a:tc>
                  <a:txBody>
                    <a:bodyPr/>
                    <a:lstStyle/>
                    <a:p>
                      <a:pPr algn="ctr" fontAlgn="b"/>
                      <a:r>
                        <a:rPr lang="zh-TW" altLang="en-US" sz="1600" b="1" i="0" u="none" strike="noStrike">
                          <a:solidFill>
                            <a:srgbClr val="FFFFFF"/>
                          </a:solidFill>
                          <a:effectLst/>
                          <a:latin typeface="微软雅黑" panose="020B0503020204020204" pitchFamily="34" charset="-122"/>
                          <a:ea typeface="微软雅黑" panose="020B0503020204020204" pitchFamily="34" charset="-122"/>
                        </a:rPr>
                        <a:t>标准</a:t>
                      </a:r>
                    </a:p>
                  </a:txBody>
                  <a:tcPr marL="7620" marR="7620" marT="762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75B5"/>
                    </a:solidFill>
                  </a:tcPr>
                </a:tc>
                <a:tc>
                  <a:txBody>
                    <a:bodyPr/>
                    <a:lstStyle/>
                    <a:p>
                      <a:pPr algn="ctr" fontAlgn="b"/>
                      <a:r>
                        <a:rPr lang="zh-TW" altLang="en-US" sz="1600" b="1" i="0" u="none" strike="noStrike">
                          <a:solidFill>
                            <a:srgbClr val="FFFFFF"/>
                          </a:solidFill>
                          <a:effectLst/>
                          <a:latin typeface="微软雅黑" panose="020B0503020204020204" pitchFamily="34" charset="-122"/>
                          <a:ea typeface="微软雅黑" panose="020B0503020204020204" pitchFamily="34" charset="-122"/>
                        </a:rPr>
                        <a:t>差异</a:t>
                      </a:r>
                    </a:p>
                  </a:txBody>
                  <a:tcPr marL="7620" marR="7620" marT="762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75B5"/>
                    </a:solidFill>
                  </a:tcPr>
                </a:tc>
                <a:tc>
                  <a:txBody>
                    <a:bodyPr/>
                    <a:lstStyle/>
                    <a:p>
                      <a:pPr algn="ctr" fontAlgn="b"/>
                      <a:r>
                        <a:rPr lang="zh-TW" altLang="en-US" sz="1600" b="1" i="0" u="none" strike="noStrike">
                          <a:solidFill>
                            <a:srgbClr val="FFFFFF"/>
                          </a:solidFill>
                          <a:effectLst/>
                          <a:latin typeface="微软雅黑" panose="020B0503020204020204" pitchFamily="34" charset="-122"/>
                          <a:ea typeface="微软雅黑" panose="020B0503020204020204" pitchFamily="34" charset="-122"/>
                        </a:rPr>
                        <a:t>影响吨纸</a:t>
                      </a:r>
                    </a:p>
                  </a:txBody>
                  <a:tcPr marL="7620" marR="7620" marT="762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75B5"/>
                    </a:solidFill>
                  </a:tcPr>
                </a:tc>
                <a:extLst>
                  <a:ext uri="{0D108BD9-81ED-4DB2-BD59-A6C34878D82A}">
                    <a16:rowId xmlns:a16="http://schemas.microsoft.com/office/drawing/2014/main" val="1488967031"/>
                  </a:ext>
                </a:extLst>
              </a:tr>
              <a:tr h="332076">
                <a:tc>
                  <a:txBody>
                    <a:bodyPr/>
                    <a:lstStyle/>
                    <a:p>
                      <a:pPr algn="l" fontAlgn="ctr"/>
                      <a:r>
                        <a:rPr lang="zh-TW" altLang="en-US" sz="1600" b="0" i="0" u="none" strike="noStrike">
                          <a:solidFill>
                            <a:srgbClr val="000000"/>
                          </a:solidFill>
                          <a:effectLst/>
                          <a:latin typeface="微软雅黑" panose="020B0503020204020204" pitchFamily="34" charset="-122"/>
                          <a:ea typeface="微软雅黑" panose="020B0503020204020204" pitchFamily="34" charset="-122"/>
                        </a:rPr>
                        <a:t>木浆单价</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D9E1F2"/>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4,543 </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4,794 </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-251 </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-15 </a:t>
                      </a:r>
                    </a:p>
                  </a:txBody>
                  <a:tcPr marL="7620" marR="7620" marT="762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4,274 </a:t>
                      </a:r>
                    </a:p>
                  </a:txBody>
                  <a:tcPr marL="7620" marR="7620" marT="762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4,237 </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37 </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1 </a:t>
                      </a:r>
                    </a:p>
                  </a:txBody>
                  <a:tcPr marL="7620" marR="7620" marT="762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863021378"/>
                  </a:ext>
                </a:extLst>
              </a:tr>
              <a:tr h="332076">
                <a:tc>
                  <a:txBody>
                    <a:bodyPr/>
                    <a:lstStyle/>
                    <a:p>
                      <a:pPr algn="l"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纯废纸浆单价</a:t>
                      </a:r>
                    </a:p>
                  </a:txBody>
                  <a:tcPr marL="7620" marR="7620" marT="7620" marB="0" anchor="ctr">
                    <a:lnL w="6350" cap="flat" cmpd="sng" algn="ctr">
                      <a:solidFill>
                        <a:srgbClr val="000000"/>
                      </a:solidFill>
                      <a:prstDash val="solid"/>
                      <a:round/>
                      <a:headEnd type="none" w="med" len="med"/>
                      <a:tailEnd type="none" w="med" len="med"/>
                    </a:lnL>
                    <a:lnR>
                      <a:noFill/>
                    </a:lnR>
                    <a:lnT>
                      <a:noFill/>
                    </a:lnT>
                    <a:lnB>
                      <a:noFill/>
                    </a:lnB>
                    <a:solidFill>
                      <a:srgbClr val="D9E1F2"/>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2,088 </a:t>
                      </a:r>
                    </a:p>
                  </a:txBody>
                  <a:tcPr marL="7620" marR="7620" marT="7620" marB="0" anchor="b">
                    <a:lnL>
                      <a:noFill/>
                    </a:lnL>
                    <a:lnR>
                      <a:noFill/>
                    </a:lnR>
                    <a:lnT>
                      <a:noFill/>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1,956 </a:t>
                      </a:r>
                    </a:p>
                  </a:txBody>
                  <a:tcPr marL="7620" marR="7620" marT="7620" marB="0" anchor="b">
                    <a:lnL>
                      <a:noFill/>
                    </a:lnL>
                    <a:lnR>
                      <a:noFill/>
                    </a:lnR>
                    <a:lnT>
                      <a:noFill/>
                    </a:lnT>
                    <a:lnB>
                      <a:noFill/>
                    </a:lnB>
                    <a:solidFill>
                      <a:srgbClr val="FFFFFF"/>
                    </a:solidFill>
                  </a:tcPr>
                </a:tc>
                <a:tc>
                  <a:txBody>
                    <a:bodyPr/>
                    <a:lstStyle/>
                    <a:p>
                      <a:pPr algn="ctr" fontAlgn="b"/>
                      <a:r>
                        <a:rPr lang="en-US" sz="1600" b="0" i="0" u="none" strike="noStrike" dirty="0">
                          <a:solidFill>
                            <a:srgbClr val="000000"/>
                          </a:solidFill>
                          <a:effectLst/>
                          <a:latin typeface="微软雅黑" panose="020B0503020204020204" pitchFamily="34" charset="-122"/>
                          <a:ea typeface="微软雅黑" panose="020B0503020204020204" pitchFamily="34" charset="-122"/>
                        </a:rPr>
                        <a:t>133 </a:t>
                      </a:r>
                    </a:p>
                  </a:txBody>
                  <a:tcPr marL="7620" marR="7620" marT="7620" marB="0" anchor="b">
                    <a:lnL>
                      <a:noFill/>
                    </a:lnL>
                    <a:lnR>
                      <a:noFill/>
                    </a:lnR>
                    <a:lnT>
                      <a:noFill/>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17 </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2,040 </a:t>
                      </a: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2,108 </a:t>
                      </a:r>
                    </a:p>
                  </a:txBody>
                  <a:tcPr marL="7620" marR="7620" marT="7620" marB="0" anchor="b">
                    <a:lnL>
                      <a:noFill/>
                    </a:lnL>
                    <a:lnR>
                      <a:noFill/>
                    </a:lnR>
                    <a:lnT>
                      <a:noFill/>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-68 </a:t>
                      </a:r>
                    </a:p>
                  </a:txBody>
                  <a:tcPr marL="7620" marR="7620" marT="7620" marB="0" anchor="b">
                    <a:lnL>
                      <a:noFill/>
                    </a:lnL>
                    <a:lnR>
                      <a:noFill/>
                    </a:lnR>
                    <a:lnT>
                      <a:noFill/>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-4 </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82575563"/>
                  </a:ext>
                </a:extLst>
              </a:tr>
              <a:tr h="332076">
                <a:tc>
                  <a:txBody>
                    <a:bodyPr/>
                    <a:lstStyle/>
                    <a:p>
                      <a:pPr algn="l"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纤维</a:t>
                      </a: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或其他</a:t>
                      </a: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单价</a:t>
                      </a:r>
                    </a:p>
                  </a:txBody>
                  <a:tcPr marL="7620" marR="7620" marT="7620" marB="0" anchor="ctr">
                    <a:lnL w="6350" cap="flat" cmpd="sng" algn="ctr">
                      <a:solidFill>
                        <a:srgbClr val="000000"/>
                      </a:solidFill>
                      <a:prstDash val="solid"/>
                      <a:round/>
                      <a:headEnd type="none" w="med" len="med"/>
                      <a:tailEnd type="none" w="med" len="med"/>
                    </a:lnL>
                    <a:lnR>
                      <a:noFill/>
                    </a:lnR>
                    <a:lnT>
                      <a:noFill/>
                    </a:lnT>
                    <a:lnB>
                      <a:noFill/>
                    </a:lnB>
                    <a:solidFill>
                      <a:srgbClr val="D9E1F2"/>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792 </a:t>
                      </a:r>
                    </a:p>
                  </a:txBody>
                  <a:tcPr marL="7620" marR="7620" marT="7620" marB="0" anchor="b">
                    <a:lnL>
                      <a:noFill/>
                    </a:lnL>
                    <a:lnR>
                      <a:noFill/>
                    </a:lnR>
                    <a:lnT>
                      <a:noFill/>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800 </a:t>
                      </a:r>
                    </a:p>
                  </a:txBody>
                  <a:tcPr marL="7620" marR="7620" marT="7620" marB="0" anchor="b">
                    <a:lnL>
                      <a:noFill/>
                    </a:lnL>
                    <a:lnR>
                      <a:noFill/>
                    </a:lnR>
                    <a:lnT>
                      <a:noFill/>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-8 </a:t>
                      </a:r>
                    </a:p>
                  </a:txBody>
                  <a:tcPr marL="7620" marR="7620" marT="7620" marB="0" anchor="b">
                    <a:lnL>
                      <a:noFill/>
                    </a:lnL>
                    <a:lnR>
                      <a:noFill/>
                    </a:lnR>
                    <a:lnT>
                      <a:noFill/>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0 </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814 </a:t>
                      </a: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829 </a:t>
                      </a:r>
                    </a:p>
                  </a:txBody>
                  <a:tcPr marL="7620" marR="7620" marT="7620" marB="0" anchor="b">
                    <a:lnL>
                      <a:noFill/>
                    </a:lnL>
                    <a:lnR>
                      <a:noFill/>
                    </a:lnR>
                    <a:lnT>
                      <a:noFill/>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-15 </a:t>
                      </a:r>
                    </a:p>
                  </a:txBody>
                  <a:tcPr marL="7620" marR="7620" marT="7620" marB="0" anchor="b">
                    <a:lnL>
                      <a:noFill/>
                    </a:lnL>
                    <a:lnR>
                      <a:noFill/>
                    </a:lnR>
                    <a:lnT>
                      <a:noFill/>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0 </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257522546"/>
                  </a:ext>
                </a:extLst>
              </a:tr>
              <a:tr h="332076">
                <a:tc>
                  <a:txBody>
                    <a:bodyPr/>
                    <a:lstStyle/>
                    <a:p>
                      <a:pPr algn="l" fontAlgn="ctr"/>
                      <a:r>
                        <a:rPr lang="zh-TW" altLang="en-US" sz="1600" b="0" i="0" u="none" strike="noStrike">
                          <a:solidFill>
                            <a:srgbClr val="000000"/>
                          </a:solidFill>
                          <a:effectLst/>
                          <a:latin typeface="微软雅黑" panose="020B0503020204020204" pitchFamily="34" charset="-122"/>
                          <a:ea typeface="微软雅黑" panose="020B0503020204020204" pitchFamily="34" charset="-122"/>
                        </a:rPr>
                        <a:t>国废单价</a:t>
                      </a:r>
                    </a:p>
                  </a:txBody>
                  <a:tcPr marL="7620" marR="7620" marT="7620" marB="0" anchor="ctr">
                    <a:lnL w="6350" cap="flat" cmpd="sng" algn="ctr">
                      <a:solidFill>
                        <a:srgbClr val="000000"/>
                      </a:solidFill>
                      <a:prstDash val="solid"/>
                      <a:round/>
                      <a:headEnd type="none" w="med" len="med"/>
                      <a:tailEnd type="none" w="med" len="med"/>
                    </a:lnL>
                    <a:lnR>
                      <a:noFill/>
                    </a:lnR>
                    <a:lnT>
                      <a:noFill/>
                    </a:lnT>
                    <a:lnB>
                      <a:noFill/>
                    </a:lnB>
                    <a:solidFill>
                      <a:srgbClr val="D9E1F2"/>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1,548 </a:t>
                      </a:r>
                    </a:p>
                  </a:txBody>
                  <a:tcPr marL="7620" marR="7620" marT="7620" marB="0" anchor="b">
                    <a:lnL>
                      <a:noFill/>
                    </a:lnL>
                    <a:lnR>
                      <a:noFill/>
                    </a:lnR>
                    <a:lnT>
                      <a:noFill/>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1,520 </a:t>
                      </a:r>
                    </a:p>
                  </a:txBody>
                  <a:tcPr marL="7620" marR="7620" marT="7620" marB="0" anchor="b">
                    <a:lnL>
                      <a:noFill/>
                    </a:lnL>
                    <a:lnR>
                      <a:noFill/>
                    </a:lnR>
                    <a:lnT>
                      <a:noFill/>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28 </a:t>
                      </a:r>
                    </a:p>
                  </a:txBody>
                  <a:tcPr marL="7620" marR="7620" marT="7620" marB="0" anchor="b">
                    <a:lnL>
                      <a:noFill/>
                    </a:lnL>
                    <a:lnR>
                      <a:noFill/>
                    </a:lnR>
                    <a:lnT>
                      <a:noFill/>
                    </a:lnT>
                    <a:lnB>
                      <a:noFill/>
                    </a:lnB>
                    <a:solidFill>
                      <a:srgbClr val="FFFFFF"/>
                    </a:solidFill>
                  </a:tcPr>
                </a:tc>
                <a:tc>
                  <a:txBody>
                    <a:bodyPr/>
                    <a:lstStyle/>
                    <a:p>
                      <a:pPr algn="ctr" fontAlgn="b"/>
                      <a:r>
                        <a:rPr lang="en-US" sz="1600" b="0" i="0" u="none" strike="noStrike">
                          <a:solidFill>
                            <a:srgbClr val="9C0006"/>
                          </a:solidFill>
                          <a:effectLst/>
                          <a:latin typeface="微软雅黑" panose="020B0503020204020204" pitchFamily="34" charset="-122"/>
                          <a:ea typeface="微软雅黑" panose="020B0503020204020204" pitchFamily="34" charset="-122"/>
                        </a:rPr>
                        <a:t>24 </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solidFill>
                      <a:srgbClr val="FFC7CE"/>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1,559 </a:t>
                      </a: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1,552 </a:t>
                      </a:r>
                    </a:p>
                  </a:txBody>
                  <a:tcPr marL="7620" marR="7620" marT="7620" marB="0" anchor="b">
                    <a:lnL>
                      <a:noFill/>
                    </a:lnL>
                    <a:lnR>
                      <a:noFill/>
                    </a:lnR>
                    <a:lnT>
                      <a:noFill/>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7 </a:t>
                      </a:r>
                    </a:p>
                  </a:txBody>
                  <a:tcPr marL="7620" marR="7620" marT="7620" marB="0" anchor="b">
                    <a:lnL>
                      <a:noFill/>
                    </a:lnL>
                    <a:lnR>
                      <a:noFill/>
                    </a:lnR>
                    <a:lnT>
                      <a:noFill/>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6 </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689207312"/>
                  </a:ext>
                </a:extLst>
              </a:tr>
              <a:tr h="332076">
                <a:tc>
                  <a:txBody>
                    <a:bodyPr/>
                    <a:lstStyle/>
                    <a:p>
                      <a:pPr algn="l" fontAlgn="ctr"/>
                      <a:r>
                        <a:rPr lang="zh-TW" altLang="en-US" sz="1600" b="0" i="0" u="none" strike="noStrike">
                          <a:solidFill>
                            <a:srgbClr val="000000"/>
                          </a:solidFill>
                          <a:effectLst/>
                          <a:latin typeface="微软雅黑" panose="020B0503020204020204" pitchFamily="34" charset="-122"/>
                          <a:ea typeface="微软雅黑" panose="020B0503020204020204" pitchFamily="34" charset="-122"/>
                        </a:rPr>
                        <a:t>煤炭入库价</a:t>
                      </a:r>
                    </a:p>
                  </a:txBody>
                  <a:tcPr marL="7620" marR="7620" marT="7620" marB="0" anchor="ctr">
                    <a:lnL w="6350" cap="flat" cmpd="sng" algn="ctr">
                      <a:solidFill>
                        <a:srgbClr val="000000"/>
                      </a:solidFill>
                      <a:prstDash val="solid"/>
                      <a:round/>
                      <a:headEnd type="none" w="med" len="med"/>
                      <a:tailEnd type="none" w="med" len="med"/>
                    </a:lnL>
                    <a:lnR>
                      <a:noFill/>
                    </a:lnR>
                    <a:lnT>
                      <a:noFill/>
                    </a:lnT>
                    <a:lnB>
                      <a:noFill/>
                    </a:lnB>
                    <a:solidFill>
                      <a:srgbClr val="D9E1F2"/>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b">
                    <a:lnL>
                      <a:noFill/>
                    </a:lnL>
                    <a:lnR>
                      <a:noFill/>
                    </a:lnR>
                    <a:lnT>
                      <a:noFill/>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b">
                    <a:lnL>
                      <a:noFill/>
                    </a:lnL>
                    <a:lnR>
                      <a:noFill/>
                    </a:lnR>
                    <a:lnT>
                      <a:noFill/>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b">
                    <a:lnL>
                      <a:noFill/>
                    </a:lnL>
                    <a:lnR>
                      <a:noFill/>
                    </a:lnR>
                    <a:lnT>
                      <a:noFill/>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b">
                    <a:lnL>
                      <a:noFill/>
                    </a:lnL>
                    <a:lnR>
                      <a:noFill/>
                    </a:lnR>
                    <a:lnT>
                      <a:noFill/>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b">
                    <a:lnL>
                      <a:noFill/>
                    </a:lnL>
                    <a:lnR>
                      <a:noFill/>
                    </a:lnR>
                    <a:lnT>
                      <a:noFill/>
                    </a:lnT>
                    <a:lnB>
                      <a:noFill/>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229178125"/>
                  </a:ext>
                </a:extLst>
              </a:tr>
              <a:tr h="332076">
                <a:tc>
                  <a:txBody>
                    <a:bodyPr/>
                    <a:lstStyle/>
                    <a:p>
                      <a:pPr algn="l" fontAlgn="ctr"/>
                      <a:r>
                        <a:rPr lang="zh-TW" altLang="en-US" sz="1600" b="0" i="0" u="none" strike="noStrike">
                          <a:solidFill>
                            <a:srgbClr val="000000"/>
                          </a:solidFill>
                          <a:effectLst/>
                          <a:latin typeface="微软雅黑" panose="020B0503020204020204" pitchFamily="34" charset="-122"/>
                          <a:ea typeface="微软雅黑" panose="020B0503020204020204" pitchFamily="34" charset="-122"/>
                        </a:rPr>
                        <a:t>煤炭出库价</a:t>
                      </a:r>
                    </a:p>
                  </a:txBody>
                  <a:tcPr marL="7620" marR="7620" marT="762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600" b="0" i="0" u="none" strike="noStrike">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6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31277601"/>
                  </a:ext>
                </a:extLst>
              </a:tr>
            </a:tbl>
          </a:graphicData>
        </a:graphic>
      </p:graphicFrame>
      <p:sp>
        <p:nvSpPr>
          <p:cNvPr id="13" name="Rectangle 12">
            <a:extLst>
              <a:ext uri="{FF2B5EF4-FFF2-40B4-BE49-F238E27FC236}">
                <a16:creationId xmlns:a16="http://schemas.microsoft.com/office/drawing/2014/main" id="{9ECFBF3F-86FE-825B-BD24-E7E8338D27A1}"/>
              </a:ext>
            </a:extLst>
          </p:cNvPr>
          <p:cNvSpPr/>
          <p:nvPr/>
        </p:nvSpPr>
        <p:spPr>
          <a:xfrm>
            <a:off x="336550" y="981522"/>
            <a:ext cx="11522075" cy="1008112"/>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lgn="l">
              <a:lnSpc>
                <a:spcPct val="150000"/>
              </a:lnSpc>
              <a:buFont typeface="Wingdings" panose="05000000000000000000" pitchFamily="2" charset="2"/>
              <a:buChar char="§"/>
            </a:pPr>
            <a:r>
              <a:rPr lang="zh-CN" altLang="en-US" dirty="0">
                <a:solidFill>
                  <a:schemeClr val="tx1"/>
                </a:solidFill>
                <a:latin typeface="微软雅黑" panose="020B0503020204020204" pitchFamily="34" charset="-122"/>
                <a:ea typeface="微软雅黑" panose="020B0503020204020204" pitchFamily="34" charset="-122"/>
              </a:rPr>
              <a:t>价格评价差异主要为原料价格差异和煤炭价格差异分析</a:t>
            </a:r>
            <a:endParaRPr lang="en-US" altLang="zh-CN" dirty="0">
              <a:solidFill>
                <a:schemeClr val="tx1"/>
              </a:solidFill>
              <a:latin typeface="微软雅黑" panose="020B0503020204020204" pitchFamily="34" charset="-122"/>
              <a:ea typeface="微软雅黑" panose="020B0503020204020204" pitchFamily="34" charset="-122"/>
            </a:endParaRPr>
          </a:p>
          <a:p>
            <a:pPr marL="285750" indent="-285750" algn="l">
              <a:lnSpc>
                <a:spcPct val="150000"/>
              </a:lnSpc>
              <a:buFont typeface="Wingdings" panose="05000000000000000000" pitchFamily="2" charset="2"/>
              <a:buChar char="§"/>
            </a:pPr>
            <a:r>
              <a:rPr lang="zh-CN" altLang="en-US" dirty="0">
                <a:solidFill>
                  <a:schemeClr val="tx1"/>
                </a:solidFill>
                <a:latin typeface="微软雅黑" panose="020B0503020204020204" pitchFamily="34" charset="-122"/>
                <a:ea typeface="微软雅黑" panose="020B0503020204020204" pitchFamily="34" charset="-122"/>
              </a:rPr>
              <a:t>标准价由每月产业策略上制定，月度回顾</a:t>
            </a:r>
            <a:endParaRPr lang="en-US"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08760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330A3-F7E5-1941-7AEA-1ACFAF56DA1A}"/>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163DF369-A113-2A95-0D56-3D2EB3447E30}"/>
              </a:ext>
            </a:extLst>
          </p:cNvPr>
          <p:cNvSpPr>
            <a:spLocks noGrp="1"/>
          </p:cNvSpPr>
          <p:nvPr>
            <p:ph sz="quarter" idx="10"/>
          </p:nvPr>
        </p:nvSpPr>
        <p:spPr/>
        <p:txBody>
          <a:bodyPr/>
          <a:lstStyle/>
          <a:p>
            <a:r>
              <a:rPr lang="zh-CN" altLang="en-US" dirty="0"/>
              <a:t>标准成本闭环管理机制</a:t>
            </a:r>
          </a:p>
        </p:txBody>
      </p:sp>
      <p:sp>
        <p:nvSpPr>
          <p:cNvPr id="2" name="Rectangle 1">
            <a:extLst>
              <a:ext uri="{FF2B5EF4-FFF2-40B4-BE49-F238E27FC236}">
                <a16:creationId xmlns:a16="http://schemas.microsoft.com/office/drawing/2014/main" id="{3FDFF091-C34E-315D-50DB-900D96491496}"/>
              </a:ext>
            </a:extLst>
          </p:cNvPr>
          <p:cNvSpPr/>
          <p:nvPr/>
        </p:nvSpPr>
        <p:spPr>
          <a:xfrm>
            <a:off x="4887284" y="1197546"/>
            <a:ext cx="864096" cy="2016224"/>
          </a:xfrm>
          <a:prstGeom prst="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标准制定</a:t>
            </a:r>
            <a:endParaRPr lang="en-US" b="1" dirty="0">
              <a:solidFill>
                <a:schemeClr val="bg1"/>
              </a:solidFill>
              <a:latin typeface="微软雅黑" panose="020B0503020204020204" pitchFamily="34" charset="-122"/>
              <a:ea typeface="微软雅黑" panose="020B0503020204020204" pitchFamily="34" charset="-122"/>
            </a:endParaRPr>
          </a:p>
        </p:txBody>
      </p:sp>
      <p:sp>
        <p:nvSpPr>
          <p:cNvPr id="4" name="Rectangle 3">
            <a:extLst>
              <a:ext uri="{FF2B5EF4-FFF2-40B4-BE49-F238E27FC236}">
                <a16:creationId xmlns:a16="http://schemas.microsoft.com/office/drawing/2014/main" id="{A00DE92A-DFEE-2D38-2A8D-8C388BC05D94}"/>
              </a:ext>
            </a:extLst>
          </p:cNvPr>
          <p:cNvSpPr/>
          <p:nvPr/>
        </p:nvSpPr>
        <p:spPr>
          <a:xfrm>
            <a:off x="513612" y="1197546"/>
            <a:ext cx="3744415" cy="10081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zh-CN" altLang="en-US" dirty="0">
                <a:solidFill>
                  <a:schemeClr val="tx1"/>
                </a:solidFill>
                <a:latin typeface="微软雅黑" panose="020B0503020204020204" pitchFamily="34" charset="-122"/>
                <a:ea typeface="微软雅黑" panose="020B0503020204020204" pitchFamily="34" charset="-122"/>
              </a:rPr>
              <a:t>标准耗用</a:t>
            </a:r>
            <a:endParaRPr lang="en-US" altLang="zh-CN" dirty="0">
              <a:solidFill>
                <a:schemeClr val="tx1"/>
              </a:solidFill>
              <a:latin typeface="微软雅黑" panose="020B0503020204020204" pitchFamily="34" charset="-122"/>
              <a:ea typeface="微软雅黑" panose="020B0503020204020204" pitchFamily="34" charset="-122"/>
            </a:endParaRPr>
          </a:p>
          <a:p>
            <a:pPr marL="285750" indent="-285750" algn="l">
              <a:buFont typeface="Arial" panose="020B0604020202020204" pitchFamily="34" charset="0"/>
              <a:buChar char="•"/>
            </a:pPr>
            <a:r>
              <a:rPr lang="zh-CN" altLang="en-US" dirty="0">
                <a:solidFill>
                  <a:schemeClr val="tx1"/>
                </a:solidFill>
                <a:latin typeface="微软雅黑" panose="020B0503020204020204" pitchFamily="34" charset="-122"/>
                <a:ea typeface="微软雅黑" panose="020B0503020204020204" pitchFamily="34" charset="-122"/>
              </a:rPr>
              <a:t>事业部基于预算和历史数据统筹制定，原则上季度调整。如遇技改</a:t>
            </a:r>
            <a:r>
              <a:rPr lang="en-US" altLang="zh-CN" dirty="0">
                <a:solidFill>
                  <a:schemeClr val="tx1"/>
                </a:solidFill>
                <a:latin typeface="微软雅黑" panose="020B0503020204020204" pitchFamily="34" charset="-122"/>
                <a:ea typeface="微软雅黑" panose="020B0503020204020204" pitchFamily="34" charset="-122"/>
              </a:rPr>
              <a:t>/</a:t>
            </a:r>
            <a:r>
              <a:rPr lang="zh-CN" altLang="en-US" dirty="0">
                <a:solidFill>
                  <a:schemeClr val="tx1"/>
                </a:solidFill>
                <a:latin typeface="微软雅黑" panose="020B0503020204020204" pitchFamily="34" charset="-122"/>
                <a:ea typeface="微软雅黑" panose="020B0503020204020204" pitchFamily="34" charset="-122"/>
              </a:rPr>
              <a:t>精益改善等对耗用影响极大的情况下及时调整。</a:t>
            </a:r>
            <a:endParaRPr lang="en-US" altLang="zh-CN" dirty="0">
              <a:solidFill>
                <a:schemeClr val="tx1"/>
              </a:solidFill>
              <a:latin typeface="微软雅黑" panose="020B0503020204020204" pitchFamily="34" charset="-122"/>
              <a:ea typeface="微软雅黑" panose="020B0503020204020204" pitchFamily="34" charset="-122"/>
            </a:endParaRPr>
          </a:p>
          <a:p>
            <a:pPr algn="l"/>
            <a:r>
              <a:rPr lang="zh-CN" altLang="en-US" dirty="0">
                <a:solidFill>
                  <a:schemeClr val="tx1"/>
                </a:solidFill>
                <a:latin typeface="微软雅黑" panose="020B0503020204020204" pitchFamily="34" charset="-122"/>
                <a:ea typeface="微软雅黑" panose="020B0503020204020204" pitchFamily="34" charset="-122"/>
              </a:rPr>
              <a:t>标准价格</a:t>
            </a:r>
            <a:endParaRPr lang="en-US" altLang="zh-CN" dirty="0">
              <a:solidFill>
                <a:schemeClr val="tx1"/>
              </a:solidFill>
              <a:latin typeface="微软雅黑" panose="020B0503020204020204" pitchFamily="34" charset="-122"/>
              <a:ea typeface="微软雅黑" panose="020B0503020204020204" pitchFamily="34" charset="-122"/>
            </a:endParaRPr>
          </a:p>
          <a:p>
            <a:pPr marL="285750" indent="-285750" algn="l">
              <a:buFont typeface="Arial" panose="020B0604020202020204" pitchFamily="34" charset="0"/>
              <a:buChar char="•"/>
            </a:pPr>
            <a:r>
              <a:rPr lang="zh-CN" altLang="en-US" dirty="0">
                <a:solidFill>
                  <a:schemeClr val="tx1"/>
                </a:solidFill>
                <a:latin typeface="微软雅黑" panose="020B0503020204020204" pitchFamily="34" charset="-122"/>
                <a:ea typeface="微软雅黑" panose="020B0503020204020204" pitchFamily="34" charset="-122"/>
              </a:rPr>
              <a:t>每月产业策略会制定下月的标准价格（国废，煤炭）</a:t>
            </a:r>
            <a:endParaRPr lang="en-US" dirty="0">
              <a:solidFill>
                <a:schemeClr val="tx1"/>
              </a:solidFill>
              <a:latin typeface="微软雅黑" panose="020B0503020204020204" pitchFamily="34" charset="-122"/>
              <a:ea typeface="微软雅黑" panose="020B0503020204020204" pitchFamily="34" charset="-122"/>
            </a:endParaRPr>
          </a:p>
        </p:txBody>
      </p:sp>
      <p:sp>
        <p:nvSpPr>
          <p:cNvPr id="7" name="Rectangle 6">
            <a:extLst>
              <a:ext uri="{FF2B5EF4-FFF2-40B4-BE49-F238E27FC236}">
                <a16:creationId xmlns:a16="http://schemas.microsoft.com/office/drawing/2014/main" id="{3608D0DD-9B7B-F2F8-66EC-7C82606B58B7}"/>
              </a:ext>
            </a:extLst>
          </p:cNvPr>
          <p:cNvSpPr/>
          <p:nvPr/>
        </p:nvSpPr>
        <p:spPr>
          <a:xfrm>
            <a:off x="6392212" y="1197546"/>
            <a:ext cx="864096" cy="2016224"/>
          </a:xfrm>
          <a:prstGeom prst="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分析</a:t>
            </a:r>
            <a:endParaRPr lang="en-US" b="1" dirty="0">
              <a:solidFill>
                <a:schemeClr val="bg1"/>
              </a:solidFill>
              <a:latin typeface="微软雅黑" panose="020B0503020204020204" pitchFamily="34" charset="-122"/>
              <a:ea typeface="微软雅黑" panose="020B0503020204020204" pitchFamily="34" charset="-122"/>
            </a:endParaRPr>
          </a:p>
        </p:txBody>
      </p:sp>
      <p:sp>
        <p:nvSpPr>
          <p:cNvPr id="8" name="Rectangle 7">
            <a:extLst>
              <a:ext uri="{FF2B5EF4-FFF2-40B4-BE49-F238E27FC236}">
                <a16:creationId xmlns:a16="http://schemas.microsoft.com/office/drawing/2014/main" id="{48D69074-C433-A8C1-0FFF-332F3278CA6B}"/>
              </a:ext>
            </a:extLst>
          </p:cNvPr>
          <p:cNvSpPr/>
          <p:nvPr/>
        </p:nvSpPr>
        <p:spPr>
          <a:xfrm>
            <a:off x="6392212" y="3871570"/>
            <a:ext cx="864096" cy="2016224"/>
          </a:xfrm>
          <a:prstGeom prst="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整改</a:t>
            </a:r>
            <a:endParaRPr lang="en-US" b="1" dirty="0">
              <a:solidFill>
                <a:schemeClr val="bg1"/>
              </a:solidFill>
              <a:latin typeface="微软雅黑" panose="020B0503020204020204" pitchFamily="34" charset="-122"/>
              <a:ea typeface="微软雅黑" panose="020B0503020204020204" pitchFamily="34" charset="-122"/>
            </a:endParaRPr>
          </a:p>
        </p:txBody>
      </p:sp>
      <p:sp>
        <p:nvSpPr>
          <p:cNvPr id="9" name="Rectangle 8">
            <a:extLst>
              <a:ext uri="{FF2B5EF4-FFF2-40B4-BE49-F238E27FC236}">
                <a16:creationId xmlns:a16="http://schemas.microsoft.com/office/drawing/2014/main" id="{E5BAB370-22F0-F3C9-7A03-7E25A5854E13}"/>
              </a:ext>
            </a:extLst>
          </p:cNvPr>
          <p:cNvSpPr/>
          <p:nvPr/>
        </p:nvSpPr>
        <p:spPr>
          <a:xfrm>
            <a:off x="4899955" y="3871570"/>
            <a:ext cx="864096" cy="2016224"/>
          </a:xfrm>
          <a:prstGeom prst="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评价</a:t>
            </a:r>
            <a:endParaRPr lang="en-US" b="1" dirty="0">
              <a:solidFill>
                <a:schemeClr val="bg1"/>
              </a:solidFill>
              <a:latin typeface="微软雅黑" panose="020B0503020204020204" pitchFamily="34" charset="-122"/>
              <a:ea typeface="微软雅黑" panose="020B0503020204020204" pitchFamily="34" charset="-122"/>
            </a:endParaRPr>
          </a:p>
        </p:txBody>
      </p:sp>
      <p:sp>
        <p:nvSpPr>
          <p:cNvPr id="10" name="Rectangle 9">
            <a:extLst>
              <a:ext uri="{FF2B5EF4-FFF2-40B4-BE49-F238E27FC236}">
                <a16:creationId xmlns:a16="http://schemas.microsoft.com/office/drawing/2014/main" id="{CD221D00-DEFB-1907-50C1-DE215BE2B929}"/>
              </a:ext>
            </a:extLst>
          </p:cNvPr>
          <p:cNvSpPr/>
          <p:nvPr/>
        </p:nvSpPr>
        <p:spPr>
          <a:xfrm>
            <a:off x="7681763" y="1269554"/>
            <a:ext cx="3744415" cy="10081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lgn="l">
              <a:buFont typeface="Arial" panose="020B0604020202020204" pitchFamily="34" charset="0"/>
              <a:buChar char="•"/>
            </a:pPr>
            <a:r>
              <a:rPr lang="zh-CN" altLang="en-US" dirty="0">
                <a:solidFill>
                  <a:schemeClr val="tx1"/>
                </a:solidFill>
                <a:latin typeface="微软雅黑" panose="020B0503020204020204" pitchFamily="34" charset="-122"/>
                <a:ea typeface="微软雅黑" panose="020B0503020204020204" pitchFamily="34" charset="-122"/>
              </a:rPr>
              <a:t>开发了标准的标准成本分析</a:t>
            </a:r>
            <a:r>
              <a:rPr lang="en-US" altLang="zh-CN" dirty="0">
                <a:solidFill>
                  <a:schemeClr val="tx1"/>
                </a:solidFill>
                <a:latin typeface="微软雅黑" panose="020B0503020204020204" pitchFamily="34" charset="-122"/>
                <a:ea typeface="微软雅黑" panose="020B0503020204020204" pitchFamily="34" charset="-122"/>
              </a:rPr>
              <a:t>BI</a:t>
            </a:r>
            <a:r>
              <a:rPr lang="zh-CN" altLang="en-US" dirty="0">
                <a:solidFill>
                  <a:schemeClr val="tx1"/>
                </a:solidFill>
                <a:latin typeface="微软雅黑" panose="020B0503020204020204" pitchFamily="34" charset="-122"/>
                <a:ea typeface="微软雅黑" panose="020B0503020204020204" pitchFamily="34" charset="-122"/>
              </a:rPr>
              <a:t>系统，每日更新。</a:t>
            </a:r>
            <a:endParaRPr lang="en-US" altLang="zh-CN" dirty="0">
              <a:solidFill>
                <a:schemeClr val="tx1"/>
              </a:solidFill>
              <a:latin typeface="微软雅黑" panose="020B0503020204020204" pitchFamily="34" charset="-122"/>
              <a:ea typeface="微软雅黑" panose="020B0503020204020204" pitchFamily="34" charset="-122"/>
            </a:endParaRPr>
          </a:p>
          <a:p>
            <a:pPr marL="285750" indent="-285750" algn="l">
              <a:buFont typeface="Arial" panose="020B0604020202020204" pitchFamily="34" charset="0"/>
              <a:buChar char="•"/>
            </a:pPr>
            <a:r>
              <a:rPr lang="zh-CN" altLang="en-US" dirty="0">
                <a:solidFill>
                  <a:schemeClr val="tx1"/>
                </a:solidFill>
                <a:latin typeface="微软雅黑" panose="020B0503020204020204" pitchFamily="34" charset="-122"/>
                <a:ea typeface="微软雅黑" panose="020B0503020204020204" pitchFamily="34" charset="-122"/>
              </a:rPr>
              <a:t>后续上线日成本分析报表和各基地成本对标报表。</a:t>
            </a:r>
            <a:endParaRPr lang="en-US" altLang="zh-CN" dirty="0">
              <a:solidFill>
                <a:schemeClr val="tx1"/>
              </a:solidFill>
              <a:latin typeface="微软雅黑" panose="020B0503020204020204" pitchFamily="34" charset="-122"/>
              <a:ea typeface="微软雅黑" panose="020B0503020204020204" pitchFamily="34" charset="-122"/>
            </a:endParaRPr>
          </a:p>
          <a:p>
            <a:pPr marL="285750" indent="-285750" algn="l">
              <a:buFont typeface="Arial" panose="020B0604020202020204" pitchFamily="34" charset="0"/>
              <a:buChar char="•"/>
            </a:pPr>
            <a:r>
              <a:rPr lang="zh-CN" altLang="en-US" dirty="0">
                <a:solidFill>
                  <a:schemeClr val="tx1"/>
                </a:solidFill>
                <a:latin typeface="微软雅黑" panose="020B0503020204020204" pitchFamily="34" charset="-122"/>
                <a:ea typeface="微软雅黑" panose="020B0503020204020204" pitchFamily="34" charset="-122"/>
              </a:rPr>
              <a:t>各基地根据系统数据开展差异分析，并提出整改方案。</a:t>
            </a:r>
            <a:endParaRPr lang="en-US" dirty="0">
              <a:solidFill>
                <a:schemeClr val="tx1"/>
              </a:solidFill>
              <a:latin typeface="微软雅黑" panose="020B0503020204020204" pitchFamily="34" charset="-122"/>
              <a:ea typeface="微软雅黑" panose="020B0503020204020204" pitchFamily="34" charset="-122"/>
            </a:endParaRPr>
          </a:p>
        </p:txBody>
      </p:sp>
      <p:sp>
        <p:nvSpPr>
          <p:cNvPr id="11" name="Rectangle 10">
            <a:extLst>
              <a:ext uri="{FF2B5EF4-FFF2-40B4-BE49-F238E27FC236}">
                <a16:creationId xmlns:a16="http://schemas.microsoft.com/office/drawing/2014/main" id="{B92CC1B3-1D4C-315D-D316-08F0818F3181}"/>
              </a:ext>
            </a:extLst>
          </p:cNvPr>
          <p:cNvSpPr/>
          <p:nvPr/>
        </p:nvSpPr>
        <p:spPr>
          <a:xfrm>
            <a:off x="7681763" y="3933850"/>
            <a:ext cx="3744415" cy="10081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lgn="l">
              <a:buFont typeface="Arial" panose="020B0604020202020204" pitchFamily="34" charset="0"/>
              <a:buChar char="•"/>
            </a:pPr>
            <a:r>
              <a:rPr lang="zh-CN" altLang="en-US" dirty="0">
                <a:solidFill>
                  <a:schemeClr val="tx1"/>
                </a:solidFill>
                <a:latin typeface="微软雅黑" panose="020B0503020204020204" pitchFamily="34" charset="-122"/>
                <a:ea typeface="微软雅黑" panose="020B0503020204020204" pitchFamily="34" charset="-122"/>
              </a:rPr>
              <a:t>基地作为整改主体开展分析，并制定整改举措。制定整改责任人和整改时间，并进行跟踪。</a:t>
            </a:r>
            <a:endParaRPr lang="en-US" altLang="zh-CN" dirty="0">
              <a:solidFill>
                <a:schemeClr val="tx1"/>
              </a:solidFill>
              <a:latin typeface="微软雅黑" panose="020B0503020204020204" pitchFamily="34" charset="-122"/>
              <a:ea typeface="微软雅黑" panose="020B0503020204020204" pitchFamily="34" charset="-122"/>
            </a:endParaRPr>
          </a:p>
          <a:p>
            <a:pPr marL="285750" indent="-285750" algn="l">
              <a:buFont typeface="Arial" panose="020B0604020202020204" pitchFamily="34" charset="0"/>
              <a:buChar char="•"/>
            </a:pPr>
            <a:r>
              <a:rPr lang="zh-CN" altLang="en-US" dirty="0">
                <a:solidFill>
                  <a:schemeClr val="tx1"/>
                </a:solidFill>
                <a:latin typeface="微软雅黑" panose="020B0503020204020204" pitchFamily="34" charset="-122"/>
                <a:ea typeface="微软雅黑" panose="020B0503020204020204" pitchFamily="34" charset="-122"/>
              </a:rPr>
              <a:t>经营分析会上月度汇报整改进展及整改方案。</a:t>
            </a:r>
            <a:endParaRPr lang="en-US" altLang="zh-CN" dirty="0">
              <a:solidFill>
                <a:schemeClr val="tx1"/>
              </a:solidFill>
              <a:latin typeface="微软雅黑" panose="020B0503020204020204" pitchFamily="34" charset="-122"/>
              <a:ea typeface="微软雅黑" panose="020B0503020204020204" pitchFamily="34" charset="-122"/>
            </a:endParaRPr>
          </a:p>
          <a:p>
            <a:pPr marL="285750" indent="-285750" algn="l">
              <a:buFont typeface="Arial" panose="020B0604020202020204" pitchFamily="34" charset="0"/>
              <a:buChar char="•"/>
            </a:pPr>
            <a:endParaRPr lang="en-US" dirty="0">
              <a:solidFill>
                <a:schemeClr val="tx1"/>
              </a:solidFill>
              <a:latin typeface="微软雅黑" panose="020B0503020204020204" pitchFamily="34" charset="-122"/>
              <a:ea typeface="微软雅黑" panose="020B0503020204020204" pitchFamily="34" charset="-122"/>
            </a:endParaRPr>
          </a:p>
        </p:txBody>
      </p:sp>
      <p:sp>
        <p:nvSpPr>
          <p:cNvPr id="12" name="Rectangle 11">
            <a:extLst>
              <a:ext uri="{FF2B5EF4-FFF2-40B4-BE49-F238E27FC236}">
                <a16:creationId xmlns:a16="http://schemas.microsoft.com/office/drawing/2014/main" id="{D333E12F-F03E-4A94-BD8A-706FA8EDDF8D}"/>
              </a:ext>
            </a:extLst>
          </p:cNvPr>
          <p:cNvSpPr/>
          <p:nvPr/>
        </p:nvSpPr>
        <p:spPr>
          <a:xfrm>
            <a:off x="480964" y="4293890"/>
            <a:ext cx="3744415" cy="10081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lgn="l">
              <a:buFont typeface="Arial" panose="020B0604020202020204" pitchFamily="34" charset="0"/>
              <a:buChar char="•"/>
            </a:pPr>
            <a:r>
              <a:rPr lang="zh-CN" altLang="en-US" dirty="0">
                <a:solidFill>
                  <a:schemeClr val="tx1"/>
                </a:solidFill>
                <a:latin typeface="微软雅黑" panose="020B0503020204020204" pitchFamily="34" charset="-122"/>
                <a:ea typeface="微软雅黑" panose="020B0503020204020204" pitchFamily="34" charset="-122"/>
              </a:rPr>
              <a:t>事业部在周产销会和产业策略会和经分会上对标准成本的差异进行通报对标。</a:t>
            </a:r>
            <a:endParaRPr lang="en-US" altLang="zh-CN" dirty="0">
              <a:solidFill>
                <a:schemeClr val="tx1"/>
              </a:solidFill>
              <a:latin typeface="微软雅黑" panose="020B0503020204020204" pitchFamily="34" charset="-122"/>
              <a:ea typeface="微软雅黑" panose="020B0503020204020204" pitchFamily="34" charset="-122"/>
            </a:endParaRPr>
          </a:p>
          <a:p>
            <a:pPr marL="285750" indent="-285750" algn="l">
              <a:buFont typeface="Arial" panose="020B0604020202020204" pitchFamily="34" charset="0"/>
              <a:buChar char="•"/>
            </a:pPr>
            <a:r>
              <a:rPr lang="zh-CN" altLang="en-US" dirty="0">
                <a:solidFill>
                  <a:schemeClr val="tx1"/>
                </a:solidFill>
                <a:latin typeface="微软雅黑" panose="020B0503020204020204" pitchFamily="34" charset="-122"/>
                <a:ea typeface="微软雅黑" panose="020B0503020204020204" pitchFamily="34" charset="-122"/>
              </a:rPr>
              <a:t>标准成本作为劳动竞赛的主要评价指标进行对标和激励</a:t>
            </a:r>
            <a:endParaRPr lang="en-US" dirty="0">
              <a:solidFill>
                <a:schemeClr val="tx1"/>
              </a:solidFill>
              <a:latin typeface="微软雅黑" panose="020B0503020204020204" pitchFamily="34" charset="-122"/>
              <a:ea typeface="微软雅黑" panose="020B0503020204020204" pitchFamily="34" charset="-122"/>
            </a:endParaRPr>
          </a:p>
        </p:txBody>
      </p:sp>
      <p:pic>
        <p:nvPicPr>
          <p:cNvPr id="6" name="Graphic 5" descr="Circles with lines outline">
            <a:extLst>
              <a:ext uri="{FF2B5EF4-FFF2-40B4-BE49-F238E27FC236}">
                <a16:creationId xmlns:a16="http://schemas.microsoft.com/office/drawing/2014/main" id="{1B553AC2-AE74-314B-51BC-E834BACAB45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2733694">
            <a:off x="5232784" y="2683283"/>
            <a:ext cx="1728192" cy="1728192"/>
          </a:xfrm>
          <a:prstGeom prst="rect">
            <a:avLst/>
          </a:prstGeom>
        </p:spPr>
      </p:pic>
    </p:spTree>
    <p:extLst>
      <p:ext uri="{BB962C8B-B14F-4D97-AF65-F5344CB8AC3E}">
        <p14:creationId xmlns:p14="http://schemas.microsoft.com/office/powerpoint/2010/main" val="1543956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330A3-F7E5-1941-7AEA-1ACFAF56DA1A}"/>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163DF369-A113-2A95-0D56-3D2EB3447E30}"/>
              </a:ext>
            </a:extLst>
          </p:cNvPr>
          <p:cNvSpPr>
            <a:spLocks noGrp="1"/>
          </p:cNvSpPr>
          <p:nvPr>
            <p:ph sz="quarter" idx="10"/>
          </p:nvPr>
        </p:nvSpPr>
        <p:spPr/>
        <p:txBody>
          <a:bodyPr/>
          <a:lstStyle/>
          <a:p>
            <a:r>
              <a:rPr lang="zh-CN" altLang="en-US" dirty="0"/>
              <a:t>标准成本的应用</a:t>
            </a:r>
          </a:p>
        </p:txBody>
      </p:sp>
      <p:sp>
        <p:nvSpPr>
          <p:cNvPr id="4" name="Rectangle 3">
            <a:extLst>
              <a:ext uri="{FF2B5EF4-FFF2-40B4-BE49-F238E27FC236}">
                <a16:creationId xmlns:a16="http://schemas.microsoft.com/office/drawing/2014/main" id="{A00DE92A-DFEE-2D38-2A8D-8C388BC05D94}"/>
              </a:ext>
            </a:extLst>
          </p:cNvPr>
          <p:cNvSpPr/>
          <p:nvPr/>
        </p:nvSpPr>
        <p:spPr>
          <a:xfrm>
            <a:off x="624979" y="1413570"/>
            <a:ext cx="9976463" cy="10081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lgn="l">
              <a:lnSpc>
                <a:spcPct val="200000"/>
              </a:lnSpc>
              <a:buFont typeface="Arial" panose="020B0604020202020204" pitchFamily="34" charset="0"/>
              <a:buChar char="•"/>
            </a:pPr>
            <a:endParaRPr lang="en-US" altLang="zh-CN" sz="2400" b="1" dirty="0">
              <a:solidFill>
                <a:schemeClr val="tx1"/>
              </a:solidFill>
              <a:latin typeface="微软雅黑" panose="020B0503020204020204" pitchFamily="34" charset="-122"/>
              <a:ea typeface="微软雅黑" panose="020B0503020204020204" pitchFamily="34" charset="-122"/>
            </a:endParaRPr>
          </a:p>
        </p:txBody>
      </p:sp>
      <p:graphicFrame>
        <p:nvGraphicFramePr>
          <p:cNvPr id="2" name="Table 1">
            <a:extLst>
              <a:ext uri="{FF2B5EF4-FFF2-40B4-BE49-F238E27FC236}">
                <a16:creationId xmlns:a16="http://schemas.microsoft.com/office/drawing/2014/main" id="{7B7BA4C1-AAB8-CA89-0396-713C151A2FBF}"/>
              </a:ext>
            </a:extLst>
          </p:cNvPr>
          <p:cNvGraphicFramePr>
            <a:graphicFrameLocks noGrp="1"/>
          </p:cNvGraphicFramePr>
          <p:nvPr>
            <p:extLst>
              <p:ext uri="{D42A27DB-BD31-4B8C-83A1-F6EECF244321}">
                <p14:modId xmlns:p14="http://schemas.microsoft.com/office/powerpoint/2010/main" val="3510046589"/>
              </p:ext>
            </p:extLst>
          </p:nvPr>
        </p:nvGraphicFramePr>
        <p:xfrm>
          <a:off x="336549" y="1197547"/>
          <a:ext cx="11522075" cy="4104457"/>
        </p:xfrm>
        <a:graphic>
          <a:graphicData uri="http://schemas.openxmlformats.org/drawingml/2006/table">
            <a:tbl>
              <a:tblPr firstRow="1">
                <a:tableStyleId>{5C22544A-7EE6-4342-B048-85BDC9FD1C3A}</a:tableStyleId>
              </a:tblPr>
              <a:tblGrid>
                <a:gridCol w="1459463">
                  <a:extLst>
                    <a:ext uri="{9D8B030D-6E8A-4147-A177-3AD203B41FA5}">
                      <a16:colId xmlns:a16="http://schemas.microsoft.com/office/drawing/2014/main" val="123766592"/>
                    </a:ext>
                  </a:extLst>
                </a:gridCol>
                <a:gridCol w="7973983">
                  <a:extLst>
                    <a:ext uri="{9D8B030D-6E8A-4147-A177-3AD203B41FA5}">
                      <a16:colId xmlns:a16="http://schemas.microsoft.com/office/drawing/2014/main" val="2924984991"/>
                    </a:ext>
                  </a:extLst>
                </a:gridCol>
                <a:gridCol w="2088629">
                  <a:extLst>
                    <a:ext uri="{9D8B030D-6E8A-4147-A177-3AD203B41FA5}">
                      <a16:colId xmlns:a16="http://schemas.microsoft.com/office/drawing/2014/main" val="4044870782"/>
                    </a:ext>
                  </a:extLst>
                </a:gridCol>
              </a:tblGrid>
              <a:tr h="585377">
                <a:tc>
                  <a:txBody>
                    <a:bodyPr/>
                    <a:lstStyle/>
                    <a:p>
                      <a:r>
                        <a:rPr lang="zh-CN" altLang="en-US" dirty="0"/>
                        <a:t>应用领域</a:t>
                      </a:r>
                      <a:endParaRPr lang="en-US"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zh-CN" altLang="en-US" dirty="0"/>
                        <a:t>应用内容</a:t>
                      </a:r>
                      <a:endParaRPr lang="en-US" dirty="0"/>
                    </a:p>
                  </a:txBody>
                  <a:tcPr anchor="ctr">
                    <a:lnT w="12700" cap="flat" cmpd="sng" algn="ctr">
                      <a:solidFill>
                        <a:schemeClr val="tx1"/>
                      </a:solidFill>
                      <a:prstDash val="solid"/>
                      <a:round/>
                      <a:headEnd type="none" w="med" len="med"/>
                      <a:tailEnd type="none" w="med" len="med"/>
                    </a:lnT>
                  </a:tcPr>
                </a:tc>
                <a:tc>
                  <a:txBody>
                    <a:bodyPr/>
                    <a:lstStyle/>
                    <a:p>
                      <a:pPr algn="ctr"/>
                      <a:r>
                        <a:rPr lang="zh-CN" altLang="en-US" dirty="0"/>
                        <a:t>周期</a:t>
                      </a:r>
                      <a:endParaRPr lang="en-US"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262275546"/>
                  </a:ext>
                </a:extLst>
              </a:tr>
              <a:tr h="879770">
                <a:tc>
                  <a:txBody>
                    <a:bodyPr/>
                    <a:lstStyle/>
                    <a:p>
                      <a:pPr algn="ctr"/>
                      <a:r>
                        <a:rPr lang="zh-CN" altLang="en-US" sz="1800" b="0" kern="1200" dirty="0">
                          <a:solidFill>
                            <a:schemeClr val="tx1"/>
                          </a:solidFill>
                          <a:latin typeface="微软雅黑" panose="020B0503020204020204" pitchFamily="34" charset="-122"/>
                          <a:ea typeface="微软雅黑" panose="020B0503020204020204" pitchFamily="34" charset="-122"/>
                          <a:cs typeface="+mn-cs"/>
                        </a:rPr>
                        <a:t>精益生产</a:t>
                      </a:r>
                      <a:endParaRPr lang="en-US" sz="1800" b="0" kern="1200" dirty="0">
                        <a:solidFill>
                          <a:schemeClr val="tx1"/>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marL="285750" indent="-285750" algn="l">
                        <a:lnSpc>
                          <a:spcPct val="100000"/>
                        </a:lnSpc>
                        <a:buFont typeface="Arial" panose="020B0604020202020204" pitchFamily="34" charset="0"/>
                        <a:buChar char="•"/>
                      </a:pPr>
                      <a:r>
                        <a:rPr lang="zh-CN" altLang="en-US" sz="1800" b="0" dirty="0">
                          <a:solidFill>
                            <a:schemeClr val="tx1"/>
                          </a:solidFill>
                          <a:latin typeface="微软雅黑" panose="020B0503020204020204" pitchFamily="34" charset="-122"/>
                          <a:ea typeface="微软雅黑" panose="020B0503020204020204" pitchFamily="34" charset="-122"/>
                        </a:rPr>
                        <a:t>基地每周协同会上对成本差异进行分析。</a:t>
                      </a:r>
                      <a:endParaRPr lang="en-US" altLang="zh-CN" sz="1800" b="0" dirty="0">
                        <a:solidFill>
                          <a:schemeClr val="tx1"/>
                        </a:solidFill>
                        <a:latin typeface="微软雅黑" panose="020B0503020204020204" pitchFamily="34" charset="-122"/>
                        <a:ea typeface="微软雅黑" panose="020B0503020204020204" pitchFamily="34" charset="-122"/>
                      </a:endParaRPr>
                    </a:p>
                  </a:txBody>
                  <a:tcPr anchor="ctr">
                    <a:lnB w="12700" cap="flat" cmpd="sng" algn="ctr">
                      <a:solidFill>
                        <a:schemeClr val="tx1"/>
                      </a:solidFill>
                      <a:prstDash val="solid"/>
                      <a:round/>
                      <a:headEnd type="none" w="med" len="med"/>
                      <a:tailEnd type="none" w="med" len="med"/>
                    </a:lnB>
                    <a:noFill/>
                  </a:tcPr>
                </a:tc>
                <a:tc>
                  <a:txBody>
                    <a:bodyPr/>
                    <a:lstStyle/>
                    <a:p>
                      <a:pPr marL="0" algn="ctr" defTabSz="914583" rtl="0" eaLnBrk="1" latinLnBrk="0" hangingPunct="1"/>
                      <a:r>
                        <a:rPr lang="zh-CN" altLang="en-US" sz="1800" b="0" kern="1200" dirty="0">
                          <a:solidFill>
                            <a:schemeClr val="tx1"/>
                          </a:solidFill>
                          <a:latin typeface="微软雅黑" panose="020B0503020204020204" pitchFamily="34" charset="-122"/>
                          <a:ea typeface="微软雅黑" panose="020B0503020204020204" pitchFamily="34" charset="-122"/>
                          <a:cs typeface="+mn-cs"/>
                        </a:rPr>
                        <a:t>每周</a:t>
                      </a:r>
                      <a:endParaRPr lang="en-US" sz="1800" b="0" kern="1200" dirty="0">
                        <a:solidFill>
                          <a:schemeClr val="tx1"/>
                        </a:solidFill>
                        <a:latin typeface="微软雅黑" panose="020B0503020204020204" pitchFamily="34" charset="-122"/>
                        <a:ea typeface="微软雅黑" panose="020B0503020204020204" pitchFamily="34" charset="-122"/>
                        <a:cs typeface="+mn-cs"/>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1730435"/>
                  </a:ext>
                </a:extLst>
              </a:tr>
              <a:tr h="879770">
                <a:tc>
                  <a:txBody>
                    <a:bodyPr/>
                    <a:lstStyle/>
                    <a:p>
                      <a:pPr algn="ctr"/>
                      <a:r>
                        <a:rPr lang="zh-CN" altLang="en-US" sz="1800" b="0" kern="1200" dirty="0">
                          <a:solidFill>
                            <a:schemeClr val="tx1"/>
                          </a:solidFill>
                          <a:latin typeface="微软雅黑" panose="020B0503020204020204" pitchFamily="34" charset="-122"/>
                          <a:ea typeface="微软雅黑" panose="020B0503020204020204" pitchFamily="34" charset="-122"/>
                          <a:cs typeface="+mn-cs"/>
                        </a:rPr>
                        <a:t>销售考核</a:t>
                      </a:r>
                      <a:endParaRPr lang="en-US" sz="1800" b="0" kern="1200" dirty="0">
                        <a:solidFill>
                          <a:schemeClr val="tx1"/>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lgn="l">
                        <a:lnSpc>
                          <a:spcPct val="100000"/>
                        </a:lnSpc>
                        <a:buFont typeface="Arial" panose="020B0604020202020204" pitchFamily="34" charset="0"/>
                        <a:buChar char="•"/>
                      </a:pPr>
                      <a:r>
                        <a:rPr lang="zh-CN" altLang="en-US" sz="1800" b="0" dirty="0">
                          <a:solidFill>
                            <a:schemeClr val="tx1"/>
                          </a:solidFill>
                          <a:latin typeface="微软雅黑" panose="020B0503020204020204" pitchFamily="34" charset="-122"/>
                          <a:ea typeface="微软雅黑" panose="020B0503020204020204" pitchFamily="34" charset="-122"/>
                        </a:rPr>
                        <a:t>销售考核以标准成本作为毛利核算的基础。</a:t>
                      </a:r>
                      <a:endParaRPr lang="en-US" altLang="zh-CN" sz="1800" b="0" dirty="0">
                        <a:solidFill>
                          <a:schemeClr val="tx1"/>
                        </a:solidFill>
                        <a:latin typeface="微软雅黑" panose="020B0503020204020204" pitchFamily="34" charset="-122"/>
                        <a:ea typeface="微软雅黑" panose="020B0503020204020204" pitchFamily="34" charset="-122"/>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583" rtl="0" eaLnBrk="1" latinLnBrk="0" hangingPunct="1"/>
                      <a:r>
                        <a:rPr lang="zh-CN" altLang="en-US" sz="1800" b="0" kern="1200" dirty="0">
                          <a:solidFill>
                            <a:schemeClr val="tx1"/>
                          </a:solidFill>
                          <a:latin typeface="微软雅黑" panose="020B0503020204020204" pitchFamily="34" charset="-122"/>
                          <a:ea typeface="微软雅黑" panose="020B0503020204020204" pitchFamily="34" charset="-122"/>
                          <a:cs typeface="+mn-cs"/>
                        </a:rPr>
                        <a:t>每月</a:t>
                      </a:r>
                      <a:endParaRPr lang="en-US" sz="1800" b="0" kern="1200" dirty="0">
                        <a:solidFill>
                          <a:schemeClr val="tx1"/>
                        </a:solidFill>
                        <a:latin typeface="微软雅黑" panose="020B0503020204020204" pitchFamily="34" charset="-122"/>
                        <a:ea typeface="微软雅黑" panose="020B0503020204020204" pitchFamily="34" charset="-122"/>
                        <a:cs typeface="+mn-cs"/>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9038297"/>
                  </a:ext>
                </a:extLst>
              </a:tr>
              <a:tr h="879770">
                <a:tc>
                  <a:txBody>
                    <a:bodyPr/>
                    <a:lstStyle/>
                    <a:p>
                      <a:pPr algn="ctr"/>
                      <a:r>
                        <a:rPr lang="zh-CN" altLang="en-US" sz="1800" b="0" kern="1200" dirty="0">
                          <a:solidFill>
                            <a:schemeClr val="tx1"/>
                          </a:solidFill>
                          <a:latin typeface="微软雅黑" panose="020B0503020204020204" pitchFamily="34" charset="-122"/>
                          <a:ea typeface="微软雅黑" panose="020B0503020204020204" pitchFamily="34" charset="-122"/>
                          <a:cs typeface="+mn-cs"/>
                        </a:rPr>
                        <a:t>排产优化</a:t>
                      </a:r>
                      <a:endParaRPr lang="en-US" sz="1800" b="0" kern="1200" dirty="0">
                        <a:solidFill>
                          <a:schemeClr val="tx1"/>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lgn="l">
                        <a:lnSpc>
                          <a:spcPct val="100000"/>
                        </a:lnSpc>
                        <a:buFont typeface="Arial" panose="020B0604020202020204" pitchFamily="34" charset="0"/>
                        <a:buChar char="•"/>
                      </a:pPr>
                      <a:r>
                        <a:rPr lang="zh-CN" altLang="en-US" sz="1800" b="0" dirty="0">
                          <a:solidFill>
                            <a:schemeClr val="tx1"/>
                          </a:solidFill>
                          <a:latin typeface="微软雅黑" panose="020B0503020204020204" pitchFamily="34" charset="-122"/>
                          <a:ea typeface="微软雅黑" panose="020B0503020204020204" pitchFamily="34" charset="-122"/>
                        </a:rPr>
                        <a:t>各基地基于标准成本测算日边际，优化排产。</a:t>
                      </a:r>
                      <a:endParaRPr lang="en-US" altLang="zh-CN" sz="1800" b="0" dirty="0">
                        <a:solidFill>
                          <a:schemeClr val="tx1"/>
                        </a:solidFill>
                        <a:latin typeface="微软雅黑" panose="020B0503020204020204" pitchFamily="34" charset="-122"/>
                        <a:ea typeface="微软雅黑" panose="020B0503020204020204" pitchFamily="34" charset="-122"/>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583" rtl="0" eaLnBrk="1" latinLnBrk="0" hangingPunct="1"/>
                      <a:r>
                        <a:rPr lang="zh-CN" altLang="en-US" sz="1800" b="0" kern="1200" dirty="0">
                          <a:solidFill>
                            <a:schemeClr val="tx1"/>
                          </a:solidFill>
                          <a:latin typeface="微软雅黑" panose="020B0503020204020204" pitchFamily="34" charset="-122"/>
                          <a:ea typeface="微软雅黑" panose="020B0503020204020204" pitchFamily="34" charset="-122"/>
                          <a:cs typeface="+mn-cs"/>
                        </a:rPr>
                        <a:t>每周</a:t>
                      </a:r>
                      <a:endParaRPr lang="en-US" sz="1800" b="0" kern="1200" dirty="0">
                        <a:solidFill>
                          <a:schemeClr val="tx1"/>
                        </a:solidFill>
                        <a:latin typeface="微软雅黑" panose="020B0503020204020204" pitchFamily="34" charset="-122"/>
                        <a:ea typeface="微软雅黑" panose="020B0503020204020204" pitchFamily="34" charset="-122"/>
                        <a:cs typeface="+mn-cs"/>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0316250"/>
                  </a:ext>
                </a:extLst>
              </a:tr>
              <a:tr h="879770">
                <a:tc>
                  <a:txBody>
                    <a:bodyPr/>
                    <a:lstStyle/>
                    <a:p>
                      <a:pPr algn="ctr"/>
                      <a:r>
                        <a:rPr lang="zh-CN" altLang="en-US" sz="1800" b="0" kern="1200" dirty="0">
                          <a:solidFill>
                            <a:schemeClr val="tx1"/>
                          </a:solidFill>
                          <a:latin typeface="微软雅黑" panose="020B0503020204020204" pitchFamily="34" charset="-122"/>
                          <a:ea typeface="微软雅黑" panose="020B0503020204020204" pitchFamily="34" charset="-122"/>
                          <a:cs typeface="+mn-cs"/>
                        </a:rPr>
                        <a:t>劳动竞赛</a:t>
                      </a:r>
                      <a:endParaRPr lang="en-US" sz="1800" b="0" kern="1200" dirty="0">
                        <a:solidFill>
                          <a:schemeClr val="tx1"/>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lgn="l">
                        <a:lnSpc>
                          <a:spcPct val="100000"/>
                        </a:lnSpc>
                        <a:buFont typeface="Arial" panose="020B0604020202020204" pitchFamily="34" charset="0"/>
                        <a:buChar char="•"/>
                      </a:pPr>
                      <a:r>
                        <a:rPr lang="zh-CN" altLang="en-US" sz="1800" b="0" dirty="0">
                          <a:solidFill>
                            <a:schemeClr val="tx1"/>
                          </a:solidFill>
                          <a:latin typeface="微软雅黑" panose="020B0503020204020204" pitchFamily="34" charset="-122"/>
                          <a:ea typeface="微软雅黑" panose="020B0503020204020204" pitchFamily="34" charset="-122"/>
                        </a:rPr>
                        <a:t>标准成本作为劳动竞赛的核心指标进行对标评比。</a:t>
                      </a:r>
                      <a:endParaRPr lang="en-US" altLang="zh-CN" sz="1800" b="0" dirty="0">
                        <a:solidFill>
                          <a:schemeClr val="tx1"/>
                        </a:solidFill>
                        <a:latin typeface="微软雅黑" panose="020B0503020204020204" pitchFamily="34" charset="-122"/>
                        <a:ea typeface="微软雅黑" panose="020B0503020204020204" pitchFamily="34" charset="-122"/>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583" rtl="0" eaLnBrk="1" latinLnBrk="0" hangingPunct="1"/>
                      <a:r>
                        <a:rPr lang="zh-CN" altLang="en-US" sz="1800" b="0" kern="1200" dirty="0">
                          <a:solidFill>
                            <a:schemeClr val="tx1"/>
                          </a:solidFill>
                          <a:latin typeface="微软雅黑" panose="020B0503020204020204" pitchFamily="34" charset="-122"/>
                          <a:ea typeface="微软雅黑" panose="020B0503020204020204" pitchFamily="34" charset="-122"/>
                          <a:cs typeface="+mn-cs"/>
                        </a:rPr>
                        <a:t>每季度</a:t>
                      </a:r>
                      <a:endParaRPr lang="en-US" sz="1800" b="0" kern="1200" dirty="0">
                        <a:solidFill>
                          <a:schemeClr val="tx1"/>
                        </a:solidFill>
                        <a:latin typeface="微软雅黑" panose="020B0503020204020204" pitchFamily="34" charset="-122"/>
                        <a:ea typeface="微软雅黑" panose="020B0503020204020204" pitchFamily="34" charset="-122"/>
                        <a:cs typeface="+mn-cs"/>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8163371"/>
                  </a:ext>
                </a:extLst>
              </a:tr>
            </a:tbl>
          </a:graphicData>
        </a:graphic>
      </p:graphicFrame>
    </p:spTree>
    <p:extLst>
      <p:ext uri="{BB962C8B-B14F-4D97-AF65-F5344CB8AC3E}">
        <p14:creationId xmlns:p14="http://schemas.microsoft.com/office/powerpoint/2010/main" val="4267616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7D831-AA4D-1C2E-F956-89B5D2BA0E79}"/>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E6EF4ECE-AA16-C8DB-265F-DF8DE358D23F}"/>
              </a:ext>
            </a:extLst>
          </p:cNvPr>
          <p:cNvSpPr>
            <a:spLocks noGrp="1"/>
          </p:cNvSpPr>
          <p:nvPr>
            <p:ph sz="quarter" idx="10"/>
          </p:nvPr>
        </p:nvSpPr>
        <p:spPr/>
        <p:txBody>
          <a:bodyPr/>
          <a:lstStyle/>
          <a:p>
            <a:r>
              <a:rPr lang="zh-CN" altLang="en-US" dirty="0"/>
              <a:t>标准成本闭环管理案例</a:t>
            </a:r>
          </a:p>
        </p:txBody>
      </p:sp>
      <p:pic>
        <p:nvPicPr>
          <p:cNvPr id="6" name="Picture 5" descr="A screenshot of a computer&#10;&#10;AI-generated content may be incorrect.">
            <a:extLst>
              <a:ext uri="{FF2B5EF4-FFF2-40B4-BE49-F238E27FC236}">
                <a16:creationId xmlns:a16="http://schemas.microsoft.com/office/drawing/2014/main" id="{593DCDD2-8163-8151-E1EF-FB20AB192841}"/>
              </a:ext>
            </a:extLst>
          </p:cNvPr>
          <p:cNvPicPr>
            <a:picLocks noChangeAspect="1"/>
          </p:cNvPicPr>
          <p:nvPr/>
        </p:nvPicPr>
        <p:blipFill>
          <a:blip r:embed="rId2">
            <a:extLst>
              <a:ext uri="{28A0092B-C50C-407E-A947-70E740481C1C}">
                <a14:useLocalDpi xmlns:a14="http://schemas.microsoft.com/office/drawing/2010/main" val="0"/>
              </a:ext>
            </a:extLst>
          </a:blip>
          <a:srcRect r="31770"/>
          <a:stretch/>
        </p:blipFill>
        <p:spPr>
          <a:xfrm>
            <a:off x="172524" y="1125538"/>
            <a:ext cx="8085303" cy="2065199"/>
          </a:xfrm>
          <a:prstGeom prst="rect">
            <a:avLst/>
          </a:prstGeom>
        </p:spPr>
      </p:pic>
      <p:sp>
        <p:nvSpPr>
          <p:cNvPr id="7" name="Oval 6">
            <a:extLst>
              <a:ext uri="{FF2B5EF4-FFF2-40B4-BE49-F238E27FC236}">
                <a16:creationId xmlns:a16="http://schemas.microsoft.com/office/drawing/2014/main" id="{D0DBB28E-9263-3E17-4BB8-6EA5A01EEECE}"/>
              </a:ext>
            </a:extLst>
          </p:cNvPr>
          <p:cNvSpPr/>
          <p:nvPr/>
        </p:nvSpPr>
        <p:spPr>
          <a:xfrm>
            <a:off x="3577307" y="1917626"/>
            <a:ext cx="648072" cy="36004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dirty="0">
              <a:solidFill>
                <a:schemeClr val="tx1"/>
              </a:solidFill>
              <a:latin typeface="微软雅黑" panose="020B0503020204020204" pitchFamily="34" charset="-122"/>
              <a:ea typeface="微软雅黑" panose="020B0503020204020204" pitchFamily="34" charset="-122"/>
            </a:endParaRPr>
          </a:p>
        </p:txBody>
      </p:sp>
      <p:pic>
        <p:nvPicPr>
          <p:cNvPr id="11" name="Picture 10" descr="A screenshot of a data report&#10;&#10;AI-generated content may be incorrect.">
            <a:extLst>
              <a:ext uri="{FF2B5EF4-FFF2-40B4-BE49-F238E27FC236}">
                <a16:creationId xmlns:a16="http://schemas.microsoft.com/office/drawing/2014/main" id="{0F40EBDE-7D3F-A5CA-3B10-1C5372E15A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4" y="3517534"/>
            <a:ext cx="4052855" cy="2829103"/>
          </a:xfrm>
          <a:prstGeom prst="rect">
            <a:avLst/>
          </a:prstGeom>
        </p:spPr>
      </p:pic>
      <p:pic>
        <p:nvPicPr>
          <p:cNvPr id="13" name="Picture 12" descr="A screenshot of a computer screen&#10;&#10;AI-generated content may be incorrect.">
            <a:extLst>
              <a:ext uri="{FF2B5EF4-FFF2-40B4-BE49-F238E27FC236}">
                <a16:creationId xmlns:a16="http://schemas.microsoft.com/office/drawing/2014/main" id="{0A850072-1564-5BE8-0EA4-FDDBB5D494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29435" y="3454785"/>
            <a:ext cx="3600400" cy="3068068"/>
          </a:xfrm>
          <a:prstGeom prst="rect">
            <a:avLst/>
          </a:prstGeom>
        </p:spPr>
      </p:pic>
      <p:sp>
        <p:nvSpPr>
          <p:cNvPr id="14" name="Rectangle 13">
            <a:extLst>
              <a:ext uri="{FF2B5EF4-FFF2-40B4-BE49-F238E27FC236}">
                <a16:creationId xmlns:a16="http://schemas.microsoft.com/office/drawing/2014/main" id="{03023C91-2FC6-7F1A-AA16-8E02788669BE}"/>
              </a:ext>
            </a:extLst>
          </p:cNvPr>
          <p:cNvSpPr/>
          <p:nvPr/>
        </p:nvSpPr>
        <p:spPr>
          <a:xfrm>
            <a:off x="8473851" y="1053182"/>
            <a:ext cx="3384773" cy="540094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457200" indent="-457200" algn="l">
              <a:lnSpc>
                <a:spcPct val="150000"/>
              </a:lnSpc>
              <a:buFont typeface="+mj-lt"/>
              <a:buAutoNum type="arabicPeriod"/>
            </a:pPr>
            <a:r>
              <a:rPr lang="zh-CN" altLang="en-US" dirty="0">
                <a:solidFill>
                  <a:schemeClr val="tx1"/>
                </a:solidFill>
                <a:latin typeface="微软雅黑" panose="020B0503020204020204" pitchFamily="34" charset="-122"/>
                <a:ea typeface="微软雅黑" panose="020B0503020204020204" pitchFamily="34" charset="-122"/>
              </a:rPr>
              <a:t>关注到</a:t>
            </a:r>
            <a:r>
              <a:rPr lang="en-US" altLang="zh-CN" dirty="0">
                <a:solidFill>
                  <a:schemeClr val="tx1"/>
                </a:solidFill>
                <a:latin typeface="微软雅黑" panose="020B0503020204020204" pitchFamily="34" charset="-122"/>
                <a:ea typeface="微软雅黑" panose="020B0503020204020204" pitchFamily="34" charset="-122"/>
              </a:rPr>
              <a:t>H</a:t>
            </a:r>
            <a:r>
              <a:rPr lang="zh-CN" altLang="en-US" dirty="0">
                <a:solidFill>
                  <a:schemeClr val="tx1"/>
                </a:solidFill>
                <a:latin typeface="微软雅黑" panose="020B0503020204020204" pitchFamily="34" charset="-122"/>
                <a:ea typeface="微软雅黑" panose="020B0503020204020204" pitchFamily="34" charset="-122"/>
              </a:rPr>
              <a:t>高瓦</a:t>
            </a:r>
            <a:r>
              <a:rPr lang="en-US" altLang="zh-CN" dirty="0">
                <a:solidFill>
                  <a:schemeClr val="tx1"/>
                </a:solidFill>
                <a:latin typeface="微软雅黑" panose="020B0503020204020204" pitchFamily="34" charset="-122"/>
                <a:ea typeface="微软雅黑" panose="020B0503020204020204" pitchFamily="34" charset="-122"/>
              </a:rPr>
              <a:t>100g</a:t>
            </a:r>
            <a:r>
              <a:rPr lang="zh-CN" altLang="en-US" dirty="0">
                <a:solidFill>
                  <a:schemeClr val="tx1"/>
                </a:solidFill>
                <a:latin typeface="微软雅黑" panose="020B0503020204020204" pitchFamily="34" charset="-122"/>
                <a:ea typeface="微软雅黑" panose="020B0503020204020204" pitchFamily="34" charset="-122"/>
              </a:rPr>
              <a:t>超标准成本</a:t>
            </a:r>
            <a:r>
              <a:rPr lang="en-US" altLang="zh-CN" dirty="0">
                <a:solidFill>
                  <a:schemeClr val="tx1"/>
                </a:solidFill>
                <a:latin typeface="微软雅黑" panose="020B0503020204020204" pitchFamily="34" charset="-122"/>
                <a:ea typeface="微软雅黑" panose="020B0503020204020204" pitchFamily="34" charset="-122"/>
              </a:rPr>
              <a:t>28</a:t>
            </a:r>
            <a:r>
              <a:rPr lang="zh-CN" altLang="en-US" dirty="0">
                <a:solidFill>
                  <a:schemeClr val="tx1"/>
                </a:solidFill>
                <a:latin typeface="微软雅黑" panose="020B0503020204020204" pitchFamily="34" charset="-122"/>
                <a:ea typeface="微软雅黑" panose="020B0503020204020204" pitchFamily="34" charset="-122"/>
              </a:rPr>
              <a:t>元</a:t>
            </a:r>
            <a:endParaRPr lang="en-US" altLang="zh-CN" dirty="0">
              <a:solidFill>
                <a:schemeClr val="tx1"/>
              </a:solidFill>
              <a:latin typeface="微软雅黑" panose="020B0503020204020204" pitchFamily="34" charset="-122"/>
              <a:ea typeface="微软雅黑" panose="020B0503020204020204" pitchFamily="34" charset="-122"/>
            </a:endParaRPr>
          </a:p>
          <a:p>
            <a:pPr marL="457200" indent="-457200" algn="l">
              <a:lnSpc>
                <a:spcPct val="150000"/>
              </a:lnSpc>
              <a:buFont typeface="+mj-lt"/>
              <a:buAutoNum type="arabicPeriod"/>
            </a:pPr>
            <a:r>
              <a:rPr lang="zh-CN" altLang="en-US" dirty="0">
                <a:solidFill>
                  <a:schemeClr val="tx1"/>
                </a:solidFill>
                <a:latin typeface="微软雅黑" panose="020B0503020204020204" pitchFamily="34" charset="-122"/>
                <a:ea typeface="微软雅黑" panose="020B0503020204020204" pitchFamily="34" charset="-122"/>
              </a:rPr>
              <a:t>打开明细分析原料成本增加</a:t>
            </a:r>
            <a:r>
              <a:rPr lang="en-US" altLang="zh-CN" dirty="0">
                <a:solidFill>
                  <a:schemeClr val="tx1"/>
                </a:solidFill>
                <a:latin typeface="微软雅黑" panose="020B0503020204020204" pitchFamily="34" charset="-122"/>
                <a:ea typeface="微软雅黑" panose="020B0503020204020204" pitchFamily="34" charset="-122"/>
              </a:rPr>
              <a:t>28</a:t>
            </a:r>
            <a:r>
              <a:rPr lang="zh-CN" altLang="en-US" dirty="0">
                <a:solidFill>
                  <a:schemeClr val="tx1"/>
                </a:solidFill>
                <a:latin typeface="微软雅黑" panose="020B0503020204020204" pitchFamily="34" charset="-122"/>
                <a:ea typeface="微软雅黑" panose="020B0503020204020204" pitchFamily="34" charset="-122"/>
              </a:rPr>
              <a:t>元，华府成本增加</a:t>
            </a:r>
            <a:r>
              <a:rPr lang="en-US" altLang="zh-CN" dirty="0">
                <a:solidFill>
                  <a:schemeClr val="tx1"/>
                </a:solidFill>
                <a:latin typeface="微软雅黑" panose="020B0503020204020204" pitchFamily="34" charset="-122"/>
                <a:ea typeface="微软雅黑" panose="020B0503020204020204" pitchFamily="34" charset="-122"/>
              </a:rPr>
              <a:t>42</a:t>
            </a:r>
            <a:r>
              <a:rPr lang="zh-CN" altLang="en-US" dirty="0">
                <a:solidFill>
                  <a:schemeClr val="tx1"/>
                </a:solidFill>
                <a:latin typeface="微软雅黑" panose="020B0503020204020204" pitchFamily="34" charset="-122"/>
                <a:ea typeface="微软雅黑" panose="020B0503020204020204" pitchFamily="34" charset="-122"/>
              </a:rPr>
              <a:t>元。</a:t>
            </a:r>
            <a:endParaRPr lang="en-US" altLang="zh-CN" dirty="0">
              <a:solidFill>
                <a:schemeClr val="tx1"/>
              </a:solidFill>
              <a:latin typeface="微软雅黑" panose="020B0503020204020204" pitchFamily="34" charset="-122"/>
              <a:ea typeface="微软雅黑" panose="020B0503020204020204" pitchFamily="34" charset="-122"/>
            </a:endParaRPr>
          </a:p>
          <a:p>
            <a:pPr marL="457200" indent="-457200" algn="l">
              <a:lnSpc>
                <a:spcPct val="150000"/>
              </a:lnSpc>
              <a:buFont typeface="+mj-lt"/>
              <a:buAutoNum type="arabicPeriod"/>
            </a:pPr>
            <a:r>
              <a:rPr lang="zh-CN" altLang="en-US" dirty="0">
                <a:solidFill>
                  <a:schemeClr val="tx1"/>
                </a:solidFill>
                <a:latin typeface="微软雅黑" panose="020B0503020204020204" pitchFamily="34" charset="-122"/>
                <a:ea typeface="微软雅黑" panose="020B0503020204020204" pitchFamily="34" charset="-122"/>
              </a:rPr>
              <a:t>原料料耗上升</a:t>
            </a:r>
            <a:r>
              <a:rPr lang="en-US" altLang="zh-CN" dirty="0">
                <a:solidFill>
                  <a:schemeClr val="tx1"/>
                </a:solidFill>
                <a:latin typeface="微软雅黑" panose="020B0503020204020204" pitchFamily="34" charset="-122"/>
                <a:ea typeface="微软雅黑" panose="020B0503020204020204" pitchFamily="34" charset="-122"/>
              </a:rPr>
              <a:t>6</a:t>
            </a:r>
            <a:r>
              <a:rPr lang="zh-CN" altLang="en-US" dirty="0">
                <a:solidFill>
                  <a:schemeClr val="tx1"/>
                </a:solidFill>
                <a:latin typeface="微软雅黑" panose="020B0503020204020204" pitchFamily="34" charset="-122"/>
                <a:ea typeface="微软雅黑" panose="020B0503020204020204" pitchFamily="34" charset="-122"/>
              </a:rPr>
              <a:t>公斤，配比中</a:t>
            </a:r>
            <a:r>
              <a:rPr lang="en-US" altLang="zh-CN" dirty="0">
                <a:solidFill>
                  <a:schemeClr val="tx1"/>
                </a:solidFill>
                <a:latin typeface="微软雅黑" panose="020B0503020204020204" pitchFamily="34" charset="-122"/>
                <a:ea typeface="微软雅黑" panose="020B0503020204020204" pitchFamily="34" charset="-122"/>
              </a:rPr>
              <a:t>AA</a:t>
            </a:r>
            <a:r>
              <a:rPr lang="zh-CN" altLang="en-US" dirty="0">
                <a:solidFill>
                  <a:schemeClr val="tx1"/>
                </a:solidFill>
                <a:latin typeface="微软雅黑" panose="020B0503020204020204" pitchFamily="34" charset="-122"/>
                <a:ea typeface="微软雅黑" panose="020B0503020204020204" pitchFamily="34" charset="-122"/>
              </a:rPr>
              <a:t>比例上升导致结构成本增加。</a:t>
            </a:r>
            <a:endParaRPr lang="en-US" altLang="zh-CN" dirty="0">
              <a:solidFill>
                <a:schemeClr val="tx1"/>
              </a:solidFill>
              <a:latin typeface="微软雅黑" panose="020B0503020204020204" pitchFamily="34" charset="-122"/>
              <a:ea typeface="微软雅黑" panose="020B0503020204020204" pitchFamily="34" charset="-122"/>
            </a:endParaRPr>
          </a:p>
          <a:p>
            <a:pPr marL="457200" indent="-457200" algn="l">
              <a:lnSpc>
                <a:spcPct val="150000"/>
              </a:lnSpc>
              <a:buFont typeface="+mj-lt"/>
              <a:buAutoNum type="arabicPeriod"/>
            </a:pPr>
            <a:r>
              <a:rPr lang="zh-CN" altLang="en-US" dirty="0">
                <a:solidFill>
                  <a:schemeClr val="tx1"/>
                </a:solidFill>
                <a:latin typeface="微软雅黑" panose="020B0503020204020204" pitchFamily="34" charset="-122"/>
                <a:ea typeface="微软雅黑" panose="020B0503020204020204" pitchFamily="34" charset="-122"/>
              </a:rPr>
              <a:t>化辅增加是因为包干改单采，同时基地</a:t>
            </a:r>
            <a:r>
              <a:rPr lang="en-US" altLang="zh-CN" dirty="0">
                <a:solidFill>
                  <a:schemeClr val="tx1"/>
                </a:solidFill>
                <a:latin typeface="微软雅黑" panose="020B0503020204020204" pitchFamily="34" charset="-122"/>
                <a:ea typeface="微软雅黑" panose="020B0503020204020204" pitchFamily="34" charset="-122"/>
              </a:rPr>
              <a:t>3</a:t>
            </a:r>
            <a:r>
              <a:rPr lang="zh-CN" altLang="en-US" dirty="0">
                <a:solidFill>
                  <a:schemeClr val="tx1"/>
                </a:solidFill>
                <a:latin typeface="微软雅黑" panose="020B0503020204020204" pitchFamily="34" charset="-122"/>
                <a:ea typeface="微软雅黑" panose="020B0503020204020204" pitchFamily="34" charset="-122"/>
              </a:rPr>
              <a:t>月份按雨季指标控制，化学品增加。</a:t>
            </a:r>
            <a:endParaRPr lang="en-US" altLang="zh-CN" dirty="0">
              <a:solidFill>
                <a:schemeClr val="tx1"/>
              </a:solidFill>
              <a:latin typeface="微软雅黑" panose="020B0503020204020204" pitchFamily="34" charset="-122"/>
              <a:ea typeface="微软雅黑" panose="020B0503020204020204" pitchFamily="34" charset="-122"/>
            </a:endParaRPr>
          </a:p>
          <a:p>
            <a:pPr marL="457200" indent="-457200" algn="l">
              <a:lnSpc>
                <a:spcPct val="150000"/>
              </a:lnSpc>
              <a:buFont typeface="+mj-lt"/>
              <a:buAutoNum type="arabicPeriod"/>
            </a:pPr>
            <a:r>
              <a:rPr lang="zh-CN" altLang="en-US" dirty="0">
                <a:solidFill>
                  <a:schemeClr val="tx1"/>
                </a:solidFill>
                <a:latin typeface="微软雅黑" panose="020B0503020204020204" pitchFamily="34" charset="-122"/>
                <a:ea typeface="微软雅黑" panose="020B0503020204020204" pitchFamily="34" charset="-122"/>
              </a:rPr>
              <a:t>基地制定详细分析和整改方案</a:t>
            </a:r>
            <a:endParaRPr lang="en-US" altLang="zh-CN" dirty="0">
              <a:solidFill>
                <a:schemeClr val="tx1"/>
              </a:solidFill>
              <a:latin typeface="微软雅黑" panose="020B0503020204020204" pitchFamily="34" charset="-122"/>
              <a:ea typeface="微软雅黑" panose="020B0503020204020204" pitchFamily="34" charset="-122"/>
            </a:endParaRPr>
          </a:p>
        </p:txBody>
      </p:sp>
      <p:sp>
        <p:nvSpPr>
          <p:cNvPr id="15" name="Oval 14">
            <a:extLst>
              <a:ext uri="{FF2B5EF4-FFF2-40B4-BE49-F238E27FC236}">
                <a16:creationId xmlns:a16="http://schemas.microsoft.com/office/drawing/2014/main" id="{15B3D199-2842-AC94-2E68-C1BA1B8FF1D3}"/>
              </a:ext>
            </a:extLst>
          </p:cNvPr>
          <p:cNvSpPr/>
          <p:nvPr/>
        </p:nvSpPr>
        <p:spPr>
          <a:xfrm>
            <a:off x="2281163" y="5302002"/>
            <a:ext cx="648072" cy="36004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dirty="0">
              <a:solidFill>
                <a:schemeClr val="tx1"/>
              </a:solidFill>
              <a:latin typeface="微软雅黑" panose="020B0503020204020204" pitchFamily="34" charset="-122"/>
              <a:ea typeface="微软雅黑" panose="020B0503020204020204" pitchFamily="34" charset="-122"/>
            </a:endParaRPr>
          </a:p>
        </p:txBody>
      </p:sp>
      <p:sp>
        <p:nvSpPr>
          <p:cNvPr id="16" name="Oval 15">
            <a:extLst>
              <a:ext uri="{FF2B5EF4-FFF2-40B4-BE49-F238E27FC236}">
                <a16:creationId xmlns:a16="http://schemas.microsoft.com/office/drawing/2014/main" id="{E64E9A6D-B7A4-74D7-B138-229F267A3043}"/>
              </a:ext>
            </a:extLst>
          </p:cNvPr>
          <p:cNvSpPr/>
          <p:nvPr/>
        </p:nvSpPr>
        <p:spPr>
          <a:xfrm>
            <a:off x="7753771" y="4437906"/>
            <a:ext cx="648072" cy="36004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3492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图形用户界面&#10;&#10;低可信度描述已自动生成">
            <a:extLst>
              <a:ext uri="{FF2B5EF4-FFF2-40B4-BE49-F238E27FC236}">
                <a16:creationId xmlns:a16="http://schemas.microsoft.com/office/drawing/2014/main" id="{13B5151B-EA4B-6A72-0378-9CE1EDBF824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00" y="0"/>
            <a:ext cx="12191774" cy="6859588"/>
          </a:xfrm>
          <a:prstGeom prst="rect">
            <a:avLst/>
          </a:prstGeom>
        </p:spPr>
      </p:pic>
      <p:grpSp>
        <p:nvGrpSpPr>
          <p:cNvPr id="5" name="组合 4">
            <a:extLst>
              <a:ext uri="{FF2B5EF4-FFF2-40B4-BE49-F238E27FC236}">
                <a16:creationId xmlns:a16="http://schemas.microsoft.com/office/drawing/2014/main" id="{14BAB47C-3F2E-FC61-3D01-C69BFD51F15F}"/>
              </a:ext>
            </a:extLst>
          </p:cNvPr>
          <p:cNvGrpSpPr/>
          <p:nvPr/>
        </p:nvGrpSpPr>
        <p:grpSpPr>
          <a:xfrm>
            <a:off x="1226645" y="5946246"/>
            <a:ext cx="10009281" cy="536064"/>
            <a:chOff x="1931" y="9362"/>
            <a:chExt cx="15759" cy="844"/>
          </a:xfrm>
        </p:grpSpPr>
        <p:sp>
          <p:nvSpPr>
            <p:cNvPr id="6" name="文本框 2">
              <a:extLst>
                <a:ext uri="{FF2B5EF4-FFF2-40B4-BE49-F238E27FC236}">
                  <a16:creationId xmlns:a16="http://schemas.microsoft.com/office/drawing/2014/main" id="{33EED43D-AAF6-FDC0-B760-1EAC92D68919}"/>
                </a:ext>
              </a:extLst>
            </p:cNvPr>
            <p:cNvSpPr txBox="1"/>
            <p:nvPr/>
          </p:nvSpPr>
          <p:spPr>
            <a:xfrm>
              <a:off x="1931" y="9362"/>
              <a:ext cx="2948" cy="459"/>
            </a:xfrm>
            <a:prstGeom prst="rect">
              <a:avLst/>
            </a:prstGeom>
            <a:noFill/>
          </p:spPr>
          <p:txBody>
            <a:bodyPr wrap="square" rtlCol="0">
              <a:spAutoFit/>
            </a:bodyPr>
            <a:lstStyle/>
            <a:p>
              <a:pPr algn="l"/>
              <a:r>
                <a:rPr lang="zh-CN" altLang="en-US" sz="1300" dirty="0">
                  <a:solidFill>
                    <a:srgbClr val="595757"/>
                  </a:solidFill>
                  <a:latin typeface="思源黑体 CN Normal" panose="020B0400000000000000" pitchFamily="34" charset="-122"/>
                  <a:ea typeface="思源黑体 CN Normal" panose="020B0400000000000000" pitchFamily="34" charset="-122"/>
                </a:rPr>
                <a:t>山鹰国际控股股份公司</a:t>
              </a:r>
            </a:p>
          </p:txBody>
        </p:sp>
        <p:sp>
          <p:nvSpPr>
            <p:cNvPr id="7" name="文本框 3">
              <a:extLst>
                <a:ext uri="{FF2B5EF4-FFF2-40B4-BE49-F238E27FC236}">
                  <a16:creationId xmlns:a16="http://schemas.microsoft.com/office/drawing/2014/main" id="{97F2B3C1-7908-D83E-E1B2-92A7F038668D}"/>
                </a:ext>
              </a:extLst>
            </p:cNvPr>
            <p:cNvSpPr txBox="1"/>
            <p:nvPr/>
          </p:nvSpPr>
          <p:spPr>
            <a:xfrm>
              <a:off x="1931" y="9697"/>
              <a:ext cx="2974" cy="436"/>
            </a:xfrm>
            <a:prstGeom prst="rect">
              <a:avLst/>
            </a:prstGeom>
            <a:noFill/>
          </p:spPr>
          <p:txBody>
            <a:bodyPr wrap="square" rtlCol="0">
              <a:spAutoFit/>
            </a:bodyPr>
            <a:lstStyle/>
            <a:p>
              <a:pPr algn="dist"/>
              <a:r>
                <a:rPr lang="zh-CN" altLang="en-US" sz="600" dirty="0">
                  <a:solidFill>
                    <a:srgbClr val="595757"/>
                  </a:solidFill>
                  <a:latin typeface="思源黑体 CN Normal" panose="020B0400000000000000" pitchFamily="34" charset="-122"/>
                  <a:ea typeface="思源黑体 CN Normal" panose="020B0400000000000000" pitchFamily="34" charset="-122"/>
                </a:rPr>
                <a:t>SHANYING INTERNATIONAL HOLDING</a:t>
              </a:r>
              <a:r>
                <a:rPr lang="en-US" altLang="zh-CN" sz="600" dirty="0">
                  <a:solidFill>
                    <a:srgbClr val="595757"/>
                  </a:solidFill>
                  <a:latin typeface="思源黑体 CN Normal" panose="020B0400000000000000" pitchFamily="34" charset="-122"/>
                  <a:ea typeface="思源黑体 CN Normal" panose="020B0400000000000000" pitchFamily="34" charset="-122"/>
                </a:rPr>
                <a:t>S</a:t>
              </a:r>
              <a:r>
                <a:rPr lang="zh-CN" altLang="en-US" sz="600" dirty="0">
                  <a:solidFill>
                    <a:srgbClr val="595757"/>
                  </a:solidFill>
                  <a:latin typeface="思源黑体 CN Normal" panose="020B0400000000000000" pitchFamily="34" charset="-122"/>
                  <a:ea typeface="思源黑体 CN Normal" panose="020B0400000000000000" pitchFamily="34" charset="-122"/>
                </a:rPr>
                <a:t> CO.,LTD.</a:t>
              </a:r>
            </a:p>
          </p:txBody>
        </p:sp>
        <p:sp>
          <p:nvSpPr>
            <p:cNvPr id="8" name="文本框 4">
              <a:extLst>
                <a:ext uri="{FF2B5EF4-FFF2-40B4-BE49-F238E27FC236}">
                  <a16:creationId xmlns:a16="http://schemas.microsoft.com/office/drawing/2014/main" id="{9F70AF19-BD39-7F40-9ECC-53CE5067D56F}"/>
                </a:ext>
              </a:extLst>
            </p:cNvPr>
            <p:cNvSpPr txBox="1"/>
            <p:nvPr/>
          </p:nvSpPr>
          <p:spPr>
            <a:xfrm>
              <a:off x="5246" y="9362"/>
              <a:ext cx="4796" cy="405"/>
            </a:xfrm>
            <a:prstGeom prst="rect">
              <a:avLst/>
            </a:prstGeom>
            <a:noFill/>
          </p:spPr>
          <p:txBody>
            <a:bodyPr wrap="square" rtlCol="0">
              <a:spAutoFit/>
            </a:bodyPr>
            <a:lstStyle/>
            <a:p>
              <a:pPr algn="l"/>
              <a:r>
                <a:rPr lang="zh-CN" altLang="en-US" sz="1080" dirty="0">
                  <a:solidFill>
                    <a:srgbClr val="595757"/>
                  </a:solidFill>
                  <a:latin typeface="思源黑体 CN Normal" panose="020B0400000000000000" pitchFamily="34" charset="-122"/>
                  <a:ea typeface="思源黑体 CN Normal" panose="020B0400000000000000" pitchFamily="34" charset="-122"/>
                </a:rPr>
                <a:t>上海市杨浦区安浦路</a:t>
              </a:r>
              <a:r>
                <a:rPr lang="zh-CN" altLang="en-US" sz="1000" dirty="0">
                  <a:solidFill>
                    <a:srgbClr val="595757"/>
                  </a:solidFill>
                  <a:latin typeface="思源黑体 CN Normal" panose="020B0400000000000000" pitchFamily="34" charset="-122"/>
                  <a:ea typeface="思源黑体 CN Normal" panose="020B0400000000000000" pitchFamily="34" charset="-122"/>
                </a:rPr>
                <a:t>645</a:t>
              </a:r>
              <a:r>
                <a:rPr lang="zh-CN" altLang="en-US" sz="1080" dirty="0">
                  <a:solidFill>
                    <a:srgbClr val="595757"/>
                  </a:solidFill>
                  <a:latin typeface="思源黑体 CN Normal" panose="020B0400000000000000" pitchFamily="34" charset="-122"/>
                  <a:ea typeface="思源黑体 CN Normal" panose="020B0400000000000000" pitchFamily="34" charset="-122"/>
                </a:rPr>
                <a:t>号山鹰国际总部大楼</a:t>
              </a:r>
            </a:p>
          </p:txBody>
        </p:sp>
        <p:sp>
          <p:nvSpPr>
            <p:cNvPr id="9" name="文本框 5">
              <a:extLst>
                <a:ext uri="{FF2B5EF4-FFF2-40B4-BE49-F238E27FC236}">
                  <a16:creationId xmlns:a16="http://schemas.microsoft.com/office/drawing/2014/main" id="{1F7F5896-3481-2207-711A-9A21E99257D4}"/>
                </a:ext>
              </a:extLst>
            </p:cNvPr>
            <p:cNvSpPr txBox="1"/>
            <p:nvPr/>
          </p:nvSpPr>
          <p:spPr>
            <a:xfrm>
              <a:off x="5246" y="9649"/>
              <a:ext cx="6174" cy="557"/>
            </a:xfrm>
            <a:prstGeom prst="rect">
              <a:avLst/>
            </a:prstGeom>
            <a:noFill/>
          </p:spPr>
          <p:txBody>
            <a:bodyPr wrap="square" rtlCol="0">
              <a:spAutoFit/>
            </a:bodyPr>
            <a:lstStyle/>
            <a:p>
              <a:pPr algn="l"/>
              <a:r>
                <a:rPr lang="zh-CN" altLang="en-US" sz="850" dirty="0">
                  <a:solidFill>
                    <a:srgbClr val="595757"/>
                  </a:solidFill>
                  <a:latin typeface="思源黑体 CN Normal" panose="020B0400000000000000" pitchFamily="34" charset="-122"/>
                  <a:ea typeface="思源黑体 CN Normal" panose="020B0400000000000000" pitchFamily="34" charset="-122"/>
                </a:rPr>
                <a:t>Shanying International headquarter building, No.645 Anpu Road, Shanghai</a:t>
              </a:r>
            </a:p>
          </p:txBody>
        </p:sp>
        <p:sp>
          <p:nvSpPr>
            <p:cNvPr id="10" name="文本框 6">
              <a:extLst>
                <a:ext uri="{FF2B5EF4-FFF2-40B4-BE49-F238E27FC236}">
                  <a16:creationId xmlns:a16="http://schemas.microsoft.com/office/drawing/2014/main" id="{89A54C32-896C-7753-0D67-2E9DB65BAFA1}"/>
                </a:ext>
              </a:extLst>
            </p:cNvPr>
            <p:cNvSpPr txBox="1"/>
            <p:nvPr/>
          </p:nvSpPr>
          <p:spPr>
            <a:xfrm>
              <a:off x="11708" y="9362"/>
              <a:ext cx="2012" cy="656"/>
            </a:xfrm>
            <a:prstGeom prst="rect">
              <a:avLst/>
            </a:prstGeom>
            <a:noFill/>
          </p:spPr>
          <p:txBody>
            <a:bodyPr wrap="square" rtlCol="0">
              <a:spAutoFit/>
            </a:bodyPr>
            <a:lstStyle/>
            <a:p>
              <a:pPr algn="l"/>
              <a:r>
                <a:rPr lang="zh-CN" altLang="en-US" sz="1060">
                  <a:solidFill>
                    <a:srgbClr val="595757"/>
                  </a:solidFill>
                  <a:latin typeface="思源黑体 CN Normal" panose="020B0400000000000000" pitchFamily="34" charset="-122"/>
                  <a:ea typeface="思源黑体 CN Normal" panose="020B0400000000000000" pitchFamily="34" charset="-122"/>
                </a:rPr>
                <a:t>T:021 6036 0888</a:t>
              </a:r>
            </a:p>
            <a:p>
              <a:pPr algn="l"/>
              <a:r>
                <a:rPr lang="zh-CN" altLang="en-US" sz="1060">
                  <a:solidFill>
                    <a:srgbClr val="595757"/>
                  </a:solidFill>
                  <a:latin typeface="思源黑体 CN Normal" panose="020B0400000000000000" pitchFamily="34" charset="-122"/>
                  <a:ea typeface="思源黑体 CN Normal" panose="020B0400000000000000" pitchFamily="34" charset="-122"/>
                </a:rPr>
                <a:t>F:021 6237 6799</a:t>
              </a:r>
            </a:p>
          </p:txBody>
        </p:sp>
        <p:sp>
          <p:nvSpPr>
            <p:cNvPr id="11" name="文本框 7">
              <a:extLst>
                <a:ext uri="{FF2B5EF4-FFF2-40B4-BE49-F238E27FC236}">
                  <a16:creationId xmlns:a16="http://schemas.microsoft.com/office/drawing/2014/main" id="{CB6465E5-7C41-C102-9D1D-E8B60C03511E}"/>
                </a:ext>
              </a:extLst>
            </p:cNvPr>
            <p:cNvSpPr txBox="1"/>
            <p:nvPr/>
          </p:nvSpPr>
          <p:spPr>
            <a:xfrm>
              <a:off x="14008" y="9362"/>
              <a:ext cx="3682" cy="667"/>
            </a:xfrm>
            <a:prstGeom prst="rect">
              <a:avLst/>
            </a:prstGeom>
            <a:noFill/>
          </p:spPr>
          <p:txBody>
            <a:bodyPr wrap="square" rtlCol="0">
              <a:spAutoFit/>
            </a:bodyPr>
            <a:lstStyle/>
            <a:p>
              <a:pPr lvl="0" algn="l">
                <a:buClrTx/>
                <a:buSzTx/>
                <a:buFontTx/>
              </a:pPr>
              <a:r>
                <a:rPr lang="zh-CN" altLang="en-US" sz="1080" dirty="0">
                  <a:solidFill>
                    <a:srgbClr val="595757"/>
                  </a:solidFill>
                  <a:latin typeface="思源黑体 CN Normal" panose="020B0400000000000000" pitchFamily="34" charset="-122"/>
                  <a:ea typeface="思源黑体 CN Normal" panose="020B0400000000000000" pitchFamily="34" charset="-122"/>
                  <a:sym typeface="+mn-ea"/>
                </a:rPr>
                <a:t>股票代码：600567</a:t>
              </a:r>
            </a:p>
            <a:p>
              <a:pPr lvl="0" algn="l">
                <a:buClrTx/>
                <a:buSzTx/>
                <a:buFontTx/>
              </a:pPr>
              <a:r>
                <a:rPr lang="zh-CN" altLang="en-US" sz="1080" dirty="0">
                  <a:solidFill>
                    <a:srgbClr val="595757"/>
                  </a:solidFill>
                  <a:latin typeface="思源黑体 CN Normal" panose="020B0400000000000000" pitchFamily="34" charset="-122"/>
                  <a:ea typeface="思源黑体 CN Normal" panose="020B0400000000000000" pitchFamily="34" charset="-122"/>
                  <a:sym typeface="+mn-ea"/>
                </a:rPr>
                <a:t>官方网站：www.shanyingintl.com</a:t>
              </a:r>
            </a:p>
          </p:txBody>
        </p:sp>
        <p:cxnSp>
          <p:nvCxnSpPr>
            <p:cNvPr id="12" name="直接连接符 11">
              <a:extLst>
                <a:ext uri="{FF2B5EF4-FFF2-40B4-BE49-F238E27FC236}">
                  <a16:creationId xmlns:a16="http://schemas.microsoft.com/office/drawing/2014/main" id="{417D0C2E-C3C5-C01A-326C-2D7F3BDDFEFE}"/>
                </a:ext>
              </a:extLst>
            </p:cNvPr>
            <p:cNvCxnSpPr/>
            <p:nvPr/>
          </p:nvCxnSpPr>
          <p:spPr>
            <a:xfrm>
              <a:off x="5047" y="9448"/>
              <a:ext cx="0" cy="450"/>
            </a:xfrm>
            <a:prstGeom prst="line">
              <a:avLst/>
            </a:prstGeom>
            <a:ln w="9525">
              <a:solidFill>
                <a:srgbClr val="595757"/>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3DCE70F-A093-F10A-995C-E973560F7913}"/>
                </a:ext>
              </a:extLst>
            </p:cNvPr>
            <p:cNvCxnSpPr/>
            <p:nvPr/>
          </p:nvCxnSpPr>
          <p:spPr>
            <a:xfrm>
              <a:off x="11367" y="9448"/>
              <a:ext cx="0" cy="450"/>
            </a:xfrm>
            <a:prstGeom prst="line">
              <a:avLst/>
            </a:prstGeom>
            <a:ln w="9525">
              <a:solidFill>
                <a:srgbClr val="595757"/>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C7A76258-29D8-CEA4-A66D-5309FC979FAD}"/>
                </a:ext>
              </a:extLst>
            </p:cNvPr>
            <p:cNvCxnSpPr/>
            <p:nvPr/>
          </p:nvCxnSpPr>
          <p:spPr>
            <a:xfrm>
              <a:off x="13717" y="9448"/>
              <a:ext cx="0" cy="450"/>
            </a:xfrm>
            <a:prstGeom prst="line">
              <a:avLst/>
            </a:prstGeom>
            <a:ln w="9525">
              <a:solidFill>
                <a:srgbClr val="595757"/>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08649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Arrow: Right 9">
            <a:extLst>
              <a:ext uri="{FF2B5EF4-FFF2-40B4-BE49-F238E27FC236}">
                <a16:creationId xmlns:a16="http://schemas.microsoft.com/office/drawing/2014/main" id="{0B553857-3F19-61C7-50C2-3068D0803610}"/>
              </a:ext>
            </a:extLst>
          </p:cNvPr>
          <p:cNvSpPr/>
          <p:nvPr/>
        </p:nvSpPr>
        <p:spPr>
          <a:xfrm>
            <a:off x="484972" y="2277319"/>
            <a:ext cx="11377661" cy="2592288"/>
          </a:xfrm>
          <a:prstGeom prst="rightArrow">
            <a:avLst>
              <a:gd name="adj1" fmla="val 50000"/>
              <a:gd name="adj2" fmla="val 25233"/>
            </a:avLst>
          </a:prstGeom>
          <a:solidFill>
            <a:schemeClr val="accent1">
              <a:lumMod val="40000"/>
              <a:lumOff val="6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dirty="0">
              <a:solidFill>
                <a:schemeClr val="tx1"/>
              </a:solidFill>
              <a:latin typeface="微软雅黑" panose="020B0503020204020204" pitchFamily="34" charset="-122"/>
              <a:ea typeface="微软雅黑" panose="020B0503020204020204" pitchFamily="34" charset="-122"/>
            </a:endParaRPr>
          </a:p>
        </p:txBody>
      </p:sp>
      <p:graphicFrame>
        <p:nvGraphicFramePr>
          <p:cNvPr id="6" name="Object 5" hidden="1">
            <a:extLst>
              <a:ext uri="{FF2B5EF4-FFF2-40B4-BE49-F238E27FC236}">
                <a16:creationId xmlns:a16="http://schemas.microsoft.com/office/drawing/2014/main" id="{BC02653B-A838-4630-8672-0E746E41DEDA}"/>
              </a:ext>
            </a:extLst>
          </p:cNvPr>
          <p:cNvGraphicFramePr>
            <a:graphicFrameLocks noChangeAspect="1"/>
          </p:cNvGraphicFramePr>
          <p:nvPr>
            <p:custDataLst>
              <p:tags r:id="rId1"/>
            </p:custDataLst>
            <p:extLst>
              <p:ext uri="{D42A27DB-BD31-4B8C-83A1-F6EECF244321}">
                <p14:modId xmlns:p14="http://schemas.microsoft.com/office/powerpoint/2010/main" val="2946138408"/>
              </p:ext>
            </p:extLst>
          </p:nvPr>
        </p:nvGraphicFramePr>
        <p:xfrm>
          <a:off x="1587" y="1489"/>
          <a:ext cx="1589" cy="1589"/>
        </p:xfrm>
        <a:graphic>
          <a:graphicData uri="http://schemas.openxmlformats.org/presentationml/2006/ole">
            <mc:AlternateContent xmlns:mc="http://schemas.openxmlformats.org/markup-compatibility/2006">
              <mc:Choice xmlns:v="urn:schemas-microsoft-com:vml" Requires="v">
                <p:oleObj name="think-cell Slide" r:id="rId3" imgW="216" imgH="216" progId="TCLayout.ActiveDocument.1">
                  <p:embed/>
                </p:oleObj>
              </mc:Choice>
              <mc:Fallback>
                <p:oleObj name="think-cell Slide" r:id="rId3" imgW="216" imgH="216" progId="TCLayout.ActiveDocument.1">
                  <p:embed/>
                  <p:pic>
                    <p:nvPicPr>
                      <p:cNvPr id="6" name="Object 5" hidden="1">
                        <a:extLst>
                          <a:ext uri="{FF2B5EF4-FFF2-40B4-BE49-F238E27FC236}">
                            <a16:creationId xmlns:a16="http://schemas.microsoft.com/office/drawing/2014/main" id="{BC02653B-A838-4630-8672-0E746E41DEDA}"/>
                          </a:ext>
                        </a:extLst>
                      </p:cNvPr>
                      <p:cNvPicPr/>
                      <p:nvPr/>
                    </p:nvPicPr>
                    <p:blipFill>
                      <a:blip r:embed="rId4"/>
                      <a:stretch>
                        <a:fillRect/>
                      </a:stretch>
                    </p:blipFill>
                    <p:spPr>
                      <a:xfrm>
                        <a:off x="1587" y="1489"/>
                        <a:ext cx="1589" cy="1589"/>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714E5AA5-FF1B-4FAE-8999-81FB474A9DA8}"/>
              </a:ext>
            </a:extLst>
          </p:cNvPr>
          <p:cNvSpPr>
            <a:spLocks noGrp="1"/>
          </p:cNvSpPr>
          <p:nvPr>
            <p:ph sz="quarter" idx="10"/>
          </p:nvPr>
        </p:nvSpPr>
        <p:spPr>
          <a:prstGeom prst="rect">
            <a:avLst/>
          </a:prstGeom>
        </p:spPr>
        <p:txBody>
          <a:bodyPr/>
          <a:lstStyle/>
          <a:p>
            <a:r>
              <a:rPr lang="zh-CN" altLang="en-US" dirty="0"/>
              <a:t>标准成本管理开展历程</a:t>
            </a:r>
            <a:endParaRPr lang="en-US" dirty="0"/>
          </a:p>
        </p:txBody>
      </p:sp>
      <p:sp>
        <p:nvSpPr>
          <p:cNvPr id="2" name="Rectangle 1">
            <a:extLst>
              <a:ext uri="{FF2B5EF4-FFF2-40B4-BE49-F238E27FC236}">
                <a16:creationId xmlns:a16="http://schemas.microsoft.com/office/drawing/2014/main" id="{11FF2566-5503-AD5E-EF65-923AFFBA4BE0}"/>
              </a:ext>
            </a:extLst>
          </p:cNvPr>
          <p:cNvSpPr/>
          <p:nvPr/>
        </p:nvSpPr>
        <p:spPr>
          <a:xfrm>
            <a:off x="985019" y="1845618"/>
            <a:ext cx="2088232" cy="3384376"/>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b="1" dirty="0">
                <a:solidFill>
                  <a:schemeClr val="tx1"/>
                </a:solidFill>
                <a:latin typeface="微软雅黑" panose="020B0503020204020204" pitchFamily="34" charset="-122"/>
                <a:ea typeface="微软雅黑" panose="020B0503020204020204" pitchFamily="34" charset="-122"/>
              </a:rPr>
              <a:t>- </a:t>
            </a:r>
            <a:r>
              <a:rPr lang="en-US" b="1" dirty="0">
                <a:solidFill>
                  <a:schemeClr val="tx1"/>
                </a:solidFill>
                <a:latin typeface="微软雅黑" panose="020B0503020204020204" pitchFamily="34" charset="-122"/>
                <a:ea typeface="微软雅黑" panose="020B0503020204020204" pitchFamily="34" charset="-122"/>
              </a:rPr>
              <a:t>2024</a:t>
            </a:r>
            <a:r>
              <a:rPr lang="en-US" altLang="zh-CN" b="1" dirty="0">
                <a:solidFill>
                  <a:schemeClr val="tx1"/>
                </a:solidFill>
                <a:latin typeface="微软雅黑" panose="020B0503020204020204" pitchFamily="34" charset="-122"/>
                <a:ea typeface="微软雅黑" panose="020B0503020204020204" pitchFamily="34" charset="-122"/>
              </a:rPr>
              <a:t>.08</a:t>
            </a:r>
          </a:p>
          <a:p>
            <a:pPr algn="ctr"/>
            <a:endParaRPr lang="en-US" dirty="0">
              <a:solidFill>
                <a:schemeClr val="tx1"/>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chemeClr val="tx1"/>
                </a:solidFill>
                <a:latin typeface="微软雅黑" panose="020B0503020204020204" pitchFamily="34" charset="-122"/>
                <a:ea typeface="微软雅黑" panose="020B0503020204020204" pitchFamily="34" charset="-122"/>
              </a:rPr>
              <a:t>海马先试行标准成本的应用，在每周的产销会上应用。</a:t>
            </a:r>
            <a:endParaRPr lang="en-US" altLang="zh-CN" dirty="0">
              <a:solidFill>
                <a:schemeClr val="tx1"/>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chemeClr val="tx1"/>
                </a:solidFill>
                <a:latin typeface="微软雅黑" panose="020B0503020204020204" pitchFamily="34" charset="-122"/>
                <a:ea typeface="微软雅黑" panose="020B0503020204020204" pitchFamily="34" charset="-122"/>
              </a:rPr>
              <a:t>后推广到其他基地开始构建标准成本和日边际的概念，应用于排产。</a:t>
            </a:r>
            <a:endParaRPr lang="en-US" altLang="zh-CN" dirty="0">
              <a:solidFill>
                <a:schemeClr val="tx1"/>
              </a:solidFill>
              <a:latin typeface="微软雅黑" panose="020B0503020204020204" pitchFamily="34" charset="-122"/>
              <a:ea typeface="微软雅黑" panose="020B0503020204020204" pitchFamily="34" charset="-122"/>
            </a:endParaRPr>
          </a:p>
          <a:p>
            <a:pPr marL="285750" indent="-285750" algn="ctr">
              <a:buFont typeface="Arial" panose="020B0604020202020204" pitchFamily="34" charset="0"/>
              <a:buChar char="•"/>
            </a:pPr>
            <a:endParaRPr lang="en-US" dirty="0">
              <a:solidFill>
                <a:schemeClr val="tx1"/>
              </a:solidFill>
              <a:latin typeface="微软雅黑" panose="020B0503020204020204" pitchFamily="34" charset="-122"/>
              <a:ea typeface="微软雅黑" panose="020B0503020204020204" pitchFamily="34" charset="-122"/>
            </a:endParaRPr>
          </a:p>
        </p:txBody>
      </p:sp>
      <p:sp>
        <p:nvSpPr>
          <p:cNvPr id="5" name="Rectangle 4">
            <a:extLst>
              <a:ext uri="{FF2B5EF4-FFF2-40B4-BE49-F238E27FC236}">
                <a16:creationId xmlns:a16="http://schemas.microsoft.com/office/drawing/2014/main" id="{9A0FAB06-277D-42A1-8676-C572EE17DA91}"/>
              </a:ext>
            </a:extLst>
          </p:cNvPr>
          <p:cNvSpPr/>
          <p:nvPr/>
        </p:nvSpPr>
        <p:spPr>
          <a:xfrm>
            <a:off x="3577307" y="1845618"/>
            <a:ext cx="2088232" cy="3384376"/>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latin typeface="微软雅黑" panose="020B0503020204020204" pitchFamily="34" charset="-122"/>
                <a:ea typeface="微软雅黑" panose="020B0503020204020204" pitchFamily="34" charset="-122"/>
              </a:rPr>
              <a:t>2024</a:t>
            </a:r>
            <a:r>
              <a:rPr lang="en-US" altLang="zh-CN" b="1" dirty="0">
                <a:solidFill>
                  <a:schemeClr val="tx1"/>
                </a:solidFill>
                <a:latin typeface="微软雅黑" panose="020B0503020204020204" pitchFamily="34" charset="-122"/>
                <a:ea typeface="微软雅黑" panose="020B0503020204020204" pitchFamily="34" charset="-122"/>
              </a:rPr>
              <a:t>.08</a:t>
            </a:r>
          </a:p>
          <a:p>
            <a:pPr algn="l"/>
            <a:endParaRPr lang="en-US" dirty="0">
              <a:solidFill>
                <a:schemeClr val="tx1"/>
              </a:solidFill>
              <a:latin typeface="微软雅黑" panose="020B0503020204020204" pitchFamily="34" charset="-122"/>
              <a:ea typeface="微软雅黑" panose="020B0503020204020204" pitchFamily="34" charset="-122"/>
            </a:endParaRPr>
          </a:p>
          <a:p>
            <a:pPr marL="285750" indent="-285750" algn="l">
              <a:buFont typeface="Arial" panose="020B0604020202020204" pitchFamily="34" charset="0"/>
              <a:buChar char="•"/>
            </a:pPr>
            <a:r>
              <a:rPr lang="zh-CN" altLang="en-US" dirty="0">
                <a:solidFill>
                  <a:schemeClr val="tx1"/>
                </a:solidFill>
                <a:latin typeface="微软雅黑" panose="020B0503020204020204" pitchFamily="34" charset="-122"/>
                <a:ea typeface="微软雅黑" panose="020B0503020204020204" pitchFamily="34" charset="-122"/>
              </a:rPr>
              <a:t>总部经营管理中心协同数字化中心开发了标准成本跟踪报表，实现标准成本线上化。</a:t>
            </a:r>
            <a:endParaRPr lang="en-US" altLang="zh-CN" dirty="0">
              <a:solidFill>
                <a:schemeClr val="tx1"/>
              </a:solidFill>
              <a:latin typeface="微软雅黑" panose="020B0503020204020204" pitchFamily="34" charset="-122"/>
              <a:ea typeface="微软雅黑" panose="020B0503020204020204" pitchFamily="34" charset="-122"/>
            </a:endParaRPr>
          </a:p>
        </p:txBody>
      </p:sp>
      <p:sp>
        <p:nvSpPr>
          <p:cNvPr id="7" name="Rectangle 6">
            <a:extLst>
              <a:ext uri="{FF2B5EF4-FFF2-40B4-BE49-F238E27FC236}">
                <a16:creationId xmlns:a16="http://schemas.microsoft.com/office/drawing/2014/main" id="{3DEAEEC5-0651-1E13-0817-214AA0309ED0}"/>
              </a:ext>
            </a:extLst>
          </p:cNvPr>
          <p:cNvSpPr/>
          <p:nvPr/>
        </p:nvSpPr>
        <p:spPr>
          <a:xfrm>
            <a:off x="6385619" y="1845618"/>
            <a:ext cx="2088232" cy="3384376"/>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latin typeface="微软雅黑" panose="020B0503020204020204" pitchFamily="34" charset="-122"/>
                <a:ea typeface="微软雅黑" panose="020B0503020204020204" pitchFamily="34" charset="-122"/>
              </a:rPr>
              <a:t>2025</a:t>
            </a:r>
            <a:r>
              <a:rPr lang="en-US" altLang="zh-CN" b="1" dirty="0">
                <a:solidFill>
                  <a:schemeClr val="tx1"/>
                </a:solidFill>
                <a:latin typeface="微软雅黑" panose="020B0503020204020204" pitchFamily="34" charset="-122"/>
                <a:ea typeface="微软雅黑" panose="020B0503020204020204" pitchFamily="34" charset="-122"/>
              </a:rPr>
              <a:t>.02</a:t>
            </a:r>
          </a:p>
          <a:p>
            <a:pPr algn="ctr"/>
            <a:endParaRPr lang="en-US" dirty="0">
              <a:solidFill>
                <a:schemeClr val="tx1"/>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chemeClr val="tx1"/>
                </a:solidFill>
                <a:latin typeface="微软雅黑" panose="020B0503020204020204" pitchFamily="34" charset="-122"/>
                <a:ea typeface="微软雅黑" panose="020B0503020204020204" pitchFamily="34" charset="-122"/>
              </a:rPr>
              <a:t>事业部根据</a:t>
            </a:r>
            <a:r>
              <a:rPr lang="en-US" altLang="zh-CN" dirty="0">
                <a:solidFill>
                  <a:schemeClr val="tx1"/>
                </a:solidFill>
                <a:latin typeface="微软雅黑" panose="020B0503020204020204" pitchFamily="34" charset="-122"/>
                <a:ea typeface="微软雅黑" panose="020B0503020204020204" pitchFamily="34" charset="-122"/>
              </a:rPr>
              <a:t>25</a:t>
            </a:r>
            <a:r>
              <a:rPr lang="zh-CN" altLang="en-US" dirty="0">
                <a:solidFill>
                  <a:schemeClr val="tx1"/>
                </a:solidFill>
                <a:latin typeface="微软雅黑" panose="020B0503020204020204" pitchFamily="34" charset="-122"/>
                <a:ea typeface="微软雅黑" panose="020B0503020204020204" pitchFamily="34" charset="-122"/>
              </a:rPr>
              <a:t>年预算和</a:t>
            </a:r>
            <a:r>
              <a:rPr lang="en-US" altLang="zh-CN" dirty="0">
                <a:solidFill>
                  <a:schemeClr val="tx1"/>
                </a:solidFill>
                <a:latin typeface="微软雅黑" panose="020B0503020204020204" pitchFamily="34" charset="-122"/>
                <a:ea typeface="微软雅黑" panose="020B0503020204020204" pitchFamily="34" charset="-122"/>
              </a:rPr>
              <a:t>24</a:t>
            </a:r>
            <a:r>
              <a:rPr lang="zh-CN" altLang="en-US" dirty="0">
                <a:solidFill>
                  <a:schemeClr val="tx1"/>
                </a:solidFill>
                <a:latin typeface="微软雅黑" panose="020B0503020204020204" pitchFamily="34" charset="-122"/>
                <a:ea typeface="微软雅黑" panose="020B0503020204020204" pitchFamily="34" charset="-122"/>
              </a:rPr>
              <a:t>年实际，对各种消耗按照节降目标进行了对齐。</a:t>
            </a:r>
            <a:endParaRPr lang="en-US" altLang="zh-CN" dirty="0">
              <a:solidFill>
                <a:schemeClr val="tx1"/>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chemeClr val="tx1"/>
                </a:solidFill>
                <a:latin typeface="微软雅黑" panose="020B0503020204020204" pitchFamily="34" charset="-122"/>
                <a:ea typeface="微软雅黑" panose="020B0503020204020204" pitchFamily="34" charset="-122"/>
              </a:rPr>
              <a:t>增加了水电汽的标准成本制定和跟踪</a:t>
            </a:r>
            <a:endParaRPr lang="en-US" dirty="0">
              <a:solidFill>
                <a:schemeClr val="tx1"/>
              </a:solidFill>
              <a:latin typeface="微软雅黑" panose="020B0503020204020204" pitchFamily="34" charset="-122"/>
              <a:ea typeface="微软雅黑" panose="020B0503020204020204" pitchFamily="34" charset="-122"/>
            </a:endParaRPr>
          </a:p>
        </p:txBody>
      </p:sp>
      <p:sp>
        <p:nvSpPr>
          <p:cNvPr id="8" name="Rectangle 7">
            <a:extLst>
              <a:ext uri="{FF2B5EF4-FFF2-40B4-BE49-F238E27FC236}">
                <a16:creationId xmlns:a16="http://schemas.microsoft.com/office/drawing/2014/main" id="{7D661F97-5071-66B7-AD18-657EA24FCAA6}"/>
              </a:ext>
            </a:extLst>
          </p:cNvPr>
          <p:cNvSpPr/>
          <p:nvPr/>
        </p:nvSpPr>
        <p:spPr>
          <a:xfrm>
            <a:off x="8977907" y="1845618"/>
            <a:ext cx="2088232" cy="3384376"/>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latin typeface="微软雅黑" panose="020B0503020204020204" pitchFamily="34" charset="-122"/>
                <a:ea typeface="微软雅黑" panose="020B0503020204020204" pitchFamily="34" charset="-122"/>
              </a:rPr>
              <a:t>2024</a:t>
            </a:r>
            <a:r>
              <a:rPr lang="en-US" altLang="zh-CN" b="1" dirty="0">
                <a:solidFill>
                  <a:schemeClr val="tx1"/>
                </a:solidFill>
                <a:latin typeface="微软雅黑" panose="020B0503020204020204" pitchFamily="34" charset="-122"/>
                <a:ea typeface="微软雅黑" panose="020B0503020204020204" pitchFamily="34" charset="-122"/>
              </a:rPr>
              <a:t>.03-</a:t>
            </a:r>
          </a:p>
          <a:p>
            <a:pPr marL="285750" indent="-285750" algn="ctr">
              <a:buFont typeface="Arial" panose="020B0604020202020204" pitchFamily="34" charset="0"/>
              <a:buChar char="•"/>
            </a:pPr>
            <a:endParaRPr lang="en-US" b="1" dirty="0">
              <a:solidFill>
                <a:schemeClr val="tx1"/>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chemeClr val="tx1"/>
                </a:solidFill>
                <a:latin typeface="微软雅黑" panose="020B0503020204020204" pitchFamily="34" charset="-122"/>
                <a:ea typeface="微软雅黑" panose="020B0503020204020204" pitchFamily="34" charset="-122"/>
              </a:rPr>
              <a:t>推动标准成本闭环管理。</a:t>
            </a:r>
            <a:endParaRPr lang="en-US" altLang="zh-CN" dirty="0">
              <a:solidFill>
                <a:schemeClr val="tx1"/>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chemeClr val="tx1"/>
                </a:solidFill>
                <a:latin typeface="微软雅黑" panose="020B0503020204020204" pitchFamily="34" charset="-122"/>
                <a:ea typeface="微软雅黑" panose="020B0503020204020204" pitchFamily="34" charset="-122"/>
              </a:rPr>
              <a:t>将标准成本与精益生产协同管理，同时应用于劳动竞赛。</a:t>
            </a:r>
            <a:endParaRPr lang="en-US"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91018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Administrator\Desktop\山鹰PPT模板设计-02.jpg"/>
          <p:cNvPicPr>
            <a:picLocks noChangeAspect="1" noChangeArrowheads="1"/>
          </p:cNvPicPr>
          <p:nvPr/>
        </p:nvPicPr>
        <p:blipFill>
          <a:blip r:embed="rId5" cstate="print"/>
          <a:srcRect/>
          <a:stretch>
            <a:fillRect/>
          </a:stretch>
        </p:blipFill>
        <p:spPr bwMode="auto">
          <a:xfrm>
            <a:off x="3352" y="1"/>
            <a:ext cx="12191646" cy="776785"/>
          </a:xfrm>
          <a:prstGeom prst="rect">
            <a:avLst/>
          </a:prstGeom>
          <a:noFill/>
        </p:spPr>
      </p:pic>
      <p:pic>
        <p:nvPicPr>
          <p:cNvPr id="2" name="Picture 3" descr="C:\Users\Administrator\Desktop\山鹰PPT模板设计-02.jpg"/>
          <p:cNvPicPr>
            <a:picLocks noChangeAspect="1" noChangeArrowheads="1"/>
          </p:cNvPicPr>
          <p:nvPr/>
        </p:nvPicPr>
        <p:blipFill>
          <a:blip r:embed="rId6" cstate="print"/>
          <a:srcRect/>
          <a:stretch>
            <a:fillRect/>
          </a:stretch>
        </p:blipFill>
        <p:spPr bwMode="auto">
          <a:xfrm>
            <a:off x="177" y="6530899"/>
            <a:ext cx="12191646" cy="328689"/>
          </a:xfrm>
          <a:prstGeom prst="rect">
            <a:avLst/>
          </a:prstGeom>
          <a:noFill/>
        </p:spPr>
      </p:pic>
      <p:sp>
        <p:nvSpPr>
          <p:cNvPr id="5" name="TextBox 4"/>
          <p:cNvSpPr txBox="1"/>
          <p:nvPr/>
        </p:nvSpPr>
        <p:spPr>
          <a:xfrm>
            <a:off x="324251" y="6589525"/>
            <a:ext cx="3060708" cy="216050"/>
          </a:xfrm>
          <a:prstGeom prst="rect">
            <a:avLst/>
          </a:prstGeom>
          <a:noFill/>
        </p:spPr>
        <p:txBody>
          <a:bodyPr wrap="square" rtlCol="0">
            <a:noAutofit/>
          </a:bodyPr>
          <a:lstStyle/>
          <a:p>
            <a:r>
              <a:rPr lang="en-US" altLang="zh-CN" sz="900">
                <a:solidFill>
                  <a:schemeClr val="bg1">
                    <a:lumMod val="50000"/>
                  </a:schemeClr>
                </a:solidFill>
                <a:latin typeface="微软雅黑" panose="020B0503020204020204" charset="-122"/>
                <a:ea typeface="微软雅黑" panose="020B0503020204020204" charset="-122"/>
              </a:rPr>
              <a:t>INTEGRITY · CARING · PASSION · RESPONSIBILITY</a:t>
            </a:r>
            <a:endParaRPr lang="zh-CN" altLang="en-US" sz="900">
              <a:solidFill>
                <a:schemeClr val="bg1">
                  <a:lumMod val="50000"/>
                </a:schemeClr>
              </a:solidFill>
              <a:latin typeface="微软雅黑" panose="020B0503020204020204" charset="-122"/>
              <a:ea typeface="微软雅黑" panose="020B0503020204020204" charset="-122"/>
            </a:endParaRPr>
          </a:p>
        </p:txBody>
      </p:sp>
      <p:sp>
        <p:nvSpPr>
          <p:cNvPr id="7" name="标题 1"/>
          <p:cNvSpPr>
            <a:spLocks noGrp="1"/>
          </p:cNvSpPr>
          <p:nvPr>
            <p:ph type="title"/>
          </p:nvPr>
        </p:nvSpPr>
        <p:spPr>
          <a:xfrm>
            <a:off x="459388" y="96543"/>
            <a:ext cx="11622555" cy="647850"/>
          </a:xfrm>
        </p:spPr>
        <p:txBody>
          <a:bodyPr/>
          <a:lstStyle/>
          <a:p>
            <a:pPr>
              <a:lnSpc>
                <a:spcPct val="90000"/>
              </a:lnSpc>
              <a:spcBef>
                <a:spcPct val="20000"/>
              </a:spcBef>
              <a:spcAft>
                <a:spcPct val="0"/>
              </a:spcAft>
            </a:pPr>
            <a:r>
              <a:rPr dirty="0">
                <a:solidFill>
                  <a:srgbClr val="002060"/>
                </a:solidFill>
                <a:latin typeface="微软雅黑" panose="020B0503020204020204" charset="-122"/>
                <a:ea typeface="微软雅黑" panose="020B0503020204020204" charset="-122"/>
                <a:sym typeface="+mn-ea"/>
              </a:rPr>
              <a:t>二、</a:t>
            </a:r>
            <a:r>
              <a:rPr lang="en-US" altLang="zh-CN" dirty="0">
                <a:solidFill>
                  <a:srgbClr val="002060"/>
                </a:solidFill>
                <a:latin typeface="微软雅黑" panose="020B0503020204020204" charset="-122"/>
                <a:ea typeface="微软雅黑" panose="020B0503020204020204" charset="-122"/>
                <a:sym typeface="+mn-ea"/>
              </a:rPr>
              <a:t>2</a:t>
            </a:r>
            <a:r>
              <a:rPr dirty="0">
                <a:solidFill>
                  <a:srgbClr val="002060"/>
                </a:solidFill>
                <a:latin typeface="微软雅黑" panose="020B0503020204020204" charset="-122"/>
                <a:ea typeface="微软雅黑" panose="020B0503020204020204" charset="-122"/>
                <a:sym typeface="+mn-ea"/>
              </a:rPr>
              <a:t>025年</a:t>
            </a:r>
            <a:r>
              <a:rPr lang="zh-CN" altLang="en-US" dirty="0">
                <a:solidFill>
                  <a:srgbClr val="002060"/>
                </a:solidFill>
                <a:latin typeface="微软雅黑" panose="020B0503020204020204" charset="-122"/>
                <a:ea typeface="微软雅黑" panose="020B0503020204020204" charset="-122"/>
                <a:sym typeface="+mn-ea"/>
              </a:rPr>
              <a:t>劳动竞赛方案 </a:t>
            </a:r>
            <a:r>
              <a:rPr lang="en-US" altLang="zh-CN" dirty="0">
                <a:solidFill>
                  <a:srgbClr val="002060"/>
                </a:solidFill>
                <a:latin typeface="微软雅黑" panose="020B0503020204020204" charset="-122"/>
                <a:ea typeface="微软雅黑" panose="020B0503020204020204" charset="-122"/>
                <a:sym typeface="+mn-ea"/>
              </a:rPr>
              <a:t>– </a:t>
            </a:r>
            <a:r>
              <a:rPr lang="zh-CN" altLang="en-US" dirty="0">
                <a:solidFill>
                  <a:srgbClr val="002060"/>
                </a:solidFill>
                <a:latin typeface="微软雅黑" panose="020B0503020204020204" charset="-122"/>
                <a:ea typeface="微软雅黑" panose="020B0503020204020204" charset="-122"/>
                <a:sym typeface="+mn-ea"/>
              </a:rPr>
              <a:t>造纸（季度）</a:t>
            </a:r>
            <a:endParaRPr dirty="0">
              <a:solidFill>
                <a:srgbClr val="0E357F"/>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sym typeface="+mn-ea"/>
            </a:endParaRPr>
          </a:p>
        </p:txBody>
      </p:sp>
      <p:sp>
        <p:nvSpPr>
          <p:cNvPr id="9" name="灯片编号占位符 2"/>
          <p:cNvSpPr>
            <a:spLocks noGrp="1"/>
          </p:cNvSpPr>
          <p:nvPr>
            <p:ph type="sldNum" sz="quarter" idx="12"/>
          </p:nvPr>
        </p:nvSpPr>
        <p:spPr>
          <a:xfrm>
            <a:off x="11270784" y="6589525"/>
            <a:ext cx="576133" cy="216050"/>
          </a:xfrm>
        </p:spPr>
        <p:txBody>
          <a:bodyPr vert="horz" wrap="square" lIns="91461" tIns="45731" rIns="91461" bIns="45731" rtlCol="0" anchor="t" anchorCtr="0">
            <a:noAutofit/>
          </a:bodyPr>
          <a:lstStyle/>
          <a:p>
            <a:fld id="{49AE70B2-8BF9-45C0-BB95-33D1B9D3A854}" type="slidenum">
              <a:rPr lang="zh-CN" altLang="en-US" sz="900">
                <a:solidFill>
                  <a:srgbClr val="7F7F7F"/>
                </a:solidFill>
                <a:latin typeface="微软雅黑" panose="020B0503020204020204" charset="-122"/>
              </a:rPr>
              <a:t>11</a:t>
            </a:fld>
            <a:endParaRPr lang="zh-CN" altLang="en-US" sz="900">
              <a:solidFill>
                <a:srgbClr val="7F7F7F"/>
              </a:solidFill>
              <a:latin typeface="微软雅黑" panose="020B0503020204020204" charset="-122"/>
            </a:endParaRPr>
          </a:p>
        </p:txBody>
      </p:sp>
      <p:graphicFrame>
        <p:nvGraphicFramePr>
          <p:cNvPr id="6" name="表格 5"/>
          <p:cNvGraphicFramePr/>
          <p:nvPr>
            <p:custDataLst>
              <p:tags r:id="rId2"/>
            </p:custDataLst>
          </p:nvPr>
        </p:nvGraphicFramePr>
        <p:xfrm>
          <a:off x="741393" y="915247"/>
          <a:ext cx="10666024" cy="3444401"/>
        </p:xfrm>
        <a:graphic>
          <a:graphicData uri="http://schemas.openxmlformats.org/drawingml/2006/table">
            <a:tbl>
              <a:tblPr/>
              <a:tblGrid>
                <a:gridCol w="2043268">
                  <a:extLst>
                    <a:ext uri="{9D8B030D-6E8A-4147-A177-3AD203B41FA5}">
                      <a16:colId xmlns:a16="http://schemas.microsoft.com/office/drawing/2014/main" val="20000"/>
                    </a:ext>
                  </a:extLst>
                </a:gridCol>
                <a:gridCol w="1736492">
                  <a:extLst>
                    <a:ext uri="{9D8B030D-6E8A-4147-A177-3AD203B41FA5}">
                      <a16:colId xmlns:a16="http://schemas.microsoft.com/office/drawing/2014/main" val="20001"/>
                    </a:ext>
                  </a:extLst>
                </a:gridCol>
                <a:gridCol w="6886264">
                  <a:extLst>
                    <a:ext uri="{9D8B030D-6E8A-4147-A177-3AD203B41FA5}">
                      <a16:colId xmlns:a16="http://schemas.microsoft.com/office/drawing/2014/main" val="20002"/>
                    </a:ext>
                  </a:extLst>
                </a:gridCol>
              </a:tblGrid>
              <a:tr h="446346">
                <a:tc gridSpan="3">
                  <a:txBody>
                    <a:bodyPr/>
                    <a:lstStyle/>
                    <a:p>
                      <a:pPr algn="ctr" fontAlgn="ctr"/>
                      <a:r>
                        <a:rPr lang="en-US" altLang="zh-CN" sz="2000" b="1" i="0">
                          <a:solidFill>
                            <a:schemeClr val="bg1"/>
                          </a:solidFill>
                          <a:latin typeface="微软雅黑" panose="020B0503020204020204" charset="-122"/>
                          <a:ea typeface="微软雅黑" panose="020B0503020204020204" charset="-122"/>
                        </a:rPr>
                        <a:t>2025</a:t>
                      </a:r>
                      <a:r>
                        <a:rPr lang="zh-CN" altLang="en-US" sz="2000" b="1" i="0">
                          <a:solidFill>
                            <a:schemeClr val="bg1"/>
                          </a:solidFill>
                          <a:latin typeface="微软雅黑" panose="020B0503020204020204" charset="-122"/>
                          <a:ea typeface="微软雅黑" panose="020B0503020204020204" charset="-122"/>
                        </a:rPr>
                        <a:t>年造纸劳动竞赛评分方案</a:t>
                      </a:r>
                    </a:p>
                  </a:txBody>
                  <a:tcPr marL="6669" marR="6669" marT="6669"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75000"/>
                      </a:schemeClr>
                    </a:solidFill>
                  </a:tcPr>
                </a:tc>
                <a:tc hMerge="1">
                  <a:txBody>
                    <a:bodyPr/>
                    <a:lstStyle/>
                    <a:p>
                      <a:endParaRPr lang="en-US"/>
                    </a:p>
                  </a:txBody>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xBody>
                    <a:bodyPr/>
                    <a:lstStyle/>
                    <a:p>
                      <a:endParaRPr lang="en-US"/>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extLst>
                  <a:ext uri="{0D108BD9-81ED-4DB2-BD59-A6C34878D82A}">
                    <a16:rowId xmlns:a16="http://schemas.microsoft.com/office/drawing/2014/main" val="10000"/>
                  </a:ext>
                </a:extLst>
              </a:tr>
              <a:tr h="428610">
                <a:tc>
                  <a:txBody>
                    <a:bodyPr/>
                    <a:lstStyle/>
                    <a:p>
                      <a:pPr algn="ctr" fontAlgn="ctr"/>
                      <a:r>
                        <a:rPr lang="zh-CN" altLang="en-US" sz="1600" b="1" i="0">
                          <a:solidFill>
                            <a:schemeClr val="bg1"/>
                          </a:solidFill>
                          <a:latin typeface="微软雅黑" panose="020B0503020204020204" charset="-122"/>
                          <a:ea typeface="微软雅黑" panose="020B0503020204020204" charset="-122"/>
                        </a:rPr>
                        <a:t>指标</a:t>
                      </a:r>
                    </a:p>
                  </a:txBody>
                  <a:tcPr marL="6669" marR="6669" marT="6669"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75000"/>
                      </a:schemeClr>
                    </a:solidFill>
                  </a:tcPr>
                </a:tc>
                <a:tc>
                  <a:txBody>
                    <a:bodyPr/>
                    <a:lstStyle/>
                    <a:p>
                      <a:pPr algn="ctr" fontAlgn="ctr"/>
                      <a:r>
                        <a:rPr lang="zh-CN" altLang="en-US" sz="1600" b="1" i="0">
                          <a:solidFill>
                            <a:schemeClr val="bg1"/>
                          </a:solidFill>
                          <a:latin typeface="微软雅黑" panose="020B0503020204020204" charset="-122"/>
                          <a:ea typeface="微软雅黑" panose="020B0503020204020204" charset="-122"/>
                        </a:rPr>
                        <a:t>权重值</a:t>
                      </a:r>
                      <a:endParaRPr lang="en-US" altLang="zh-CN" sz="1600" b="1" i="0">
                        <a:solidFill>
                          <a:schemeClr val="bg1"/>
                        </a:solidFill>
                        <a:latin typeface="微软雅黑" panose="020B0503020204020204" charset="-122"/>
                        <a:ea typeface="微软雅黑" panose="020B0503020204020204" charset="-122"/>
                      </a:endParaRPr>
                    </a:p>
                  </a:txBody>
                  <a:tcPr marL="6669" marR="6669" marT="6669"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75000"/>
                      </a:schemeClr>
                    </a:solidFill>
                  </a:tcPr>
                </a:tc>
                <a:tc>
                  <a:txBody>
                    <a:bodyPr/>
                    <a:lstStyle/>
                    <a:p>
                      <a:pPr algn="ctr" fontAlgn="ctr"/>
                      <a:r>
                        <a:rPr lang="zh-CN" altLang="en-US" sz="1600" b="1" i="0">
                          <a:solidFill>
                            <a:schemeClr val="bg1"/>
                          </a:solidFill>
                          <a:latin typeface="微软雅黑" panose="020B0503020204020204" charset="-122"/>
                          <a:ea typeface="微软雅黑" panose="020B0503020204020204" charset="-122"/>
                        </a:rPr>
                        <a:t>得分计算公式</a:t>
                      </a:r>
                    </a:p>
                  </a:txBody>
                  <a:tcPr marL="6669" marR="6669" marT="6669"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solidFill>
                      <a:schemeClr val="accent1">
                        <a:lumMod val="75000"/>
                      </a:schemeClr>
                    </a:solidFill>
                  </a:tcPr>
                </a:tc>
                <a:extLst>
                  <a:ext uri="{0D108BD9-81ED-4DB2-BD59-A6C34878D82A}">
                    <a16:rowId xmlns:a16="http://schemas.microsoft.com/office/drawing/2014/main" val="10001"/>
                  </a:ext>
                </a:extLst>
              </a:tr>
              <a:tr h="539458">
                <a:tc>
                  <a:txBody>
                    <a:bodyPr/>
                    <a:lstStyle/>
                    <a:p>
                      <a:pPr algn="ctr" fontAlgn="ctr"/>
                      <a:r>
                        <a:rPr lang="zh-CN" altLang="en-US" sz="1400" b="1" i="0">
                          <a:solidFill>
                            <a:srgbClr val="000000"/>
                          </a:solidFill>
                          <a:latin typeface="微软雅黑" panose="020B0503020204020204" charset="-122"/>
                          <a:ea typeface="微软雅黑" panose="020B0503020204020204" charset="-122"/>
                        </a:rPr>
                        <a:t>吨纸成本节降</a:t>
                      </a:r>
                    </a:p>
                  </a:txBody>
                  <a:tcPr marL="6669" marR="6669" marT="6669" marB="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solidFill>
                        <a:srgbClr val="000000"/>
                      </a:solidFill>
                      <a:prstDash val="solid"/>
                      <a:headEnd type="none" w="med" len="med"/>
                      <a:tailEnd type="none" w="med" len="med"/>
                    </a:lnB>
                    <a:solidFill>
                      <a:schemeClr val="accent1">
                        <a:lumMod val="20000"/>
                        <a:lumOff val="80000"/>
                      </a:schemeClr>
                    </a:solidFill>
                  </a:tcPr>
                </a:tc>
                <a:tc>
                  <a:txBody>
                    <a:bodyPr/>
                    <a:lstStyle/>
                    <a:p>
                      <a:pPr algn="ctr" fontAlgn="ctr"/>
                      <a:r>
                        <a:rPr lang="en-US" altLang="zh-CN" sz="1400" b="0" i="0" dirty="0">
                          <a:solidFill>
                            <a:schemeClr val="tx1"/>
                          </a:solidFill>
                          <a:latin typeface="微软雅黑" panose="020B0503020204020204" charset="-122"/>
                          <a:ea typeface="微软雅黑" panose="020B0503020204020204" charset="-122"/>
                        </a:rPr>
                        <a:t>70</a:t>
                      </a:r>
                    </a:p>
                  </a:txBody>
                  <a:tcPr marL="6669" marR="6669" marT="6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solidFill>
                        <a:srgbClr val="000000"/>
                      </a:solidFill>
                      <a:prstDash val="solid"/>
                      <a:headEnd type="none" w="med" len="med"/>
                      <a:tailEnd type="none" w="med" len="med"/>
                    </a:lnB>
                    <a:solidFill>
                      <a:schemeClr val="accent1">
                        <a:lumMod val="20000"/>
                        <a:lumOff val="80000"/>
                      </a:schemeClr>
                    </a:solidFill>
                  </a:tcPr>
                </a:tc>
                <a:tc>
                  <a:txBody>
                    <a:bodyPr/>
                    <a:lstStyle/>
                    <a:p>
                      <a:pPr marL="0" indent="0" algn="l">
                        <a:lnSpc>
                          <a:spcPct val="110000"/>
                        </a:lnSpc>
                        <a:spcBef>
                          <a:spcPct val="0"/>
                        </a:spcBef>
                        <a:spcAft>
                          <a:spcPct val="0"/>
                        </a:spcAft>
                      </a:pPr>
                      <a:r>
                        <a:rPr lang="zh-CN" sz="1400" dirty="0">
                          <a:latin typeface="微软雅黑" panose="020B0503020204020204" charset="-122"/>
                          <a:ea typeface="微软雅黑" panose="020B0503020204020204" charset="-122"/>
                          <a:cs typeface="微软雅黑" panose="020B0503020204020204" charset="-122"/>
                        </a:rPr>
                        <a:t>得分</a:t>
                      </a:r>
                      <a:r>
                        <a:rPr lang="en-US" altLang="zh-CN" sz="1400" dirty="0">
                          <a:latin typeface="微软雅黑" panose="020B0503020204020204" charset="-122"/>
                          <a:ea typeface="微软雅黑" panose="020B0503020204020204" charset="-122"/>
                          <a:cs typeface="微软雅黑" panose="020B0503020204020204" charset="-122"/>
                        </a:rPr>
                        <a:t>=70+</a:t>
                      </a:r>
                      <a:r>
                        <a:rPr lang="zh-CN" altLang="en-US" sz="1400" dirty="0">
                          <a:latin typeface="微软雅黑" panose="020B0503020204020204" charset="-122"/>
                          <a:ea typeface="微软雅黑" panose="020B0503020204020204" charset="-122"/>
                          <a:cs typeface="微软雅黑" panose="020B0503020204020204" charset="-122"/>
                        </a:rPr>
                        <a:t>（吨纸标准成本</a:t>
                      </a:r>
                      <a:r>
                        <a:rPr lang="en-US" altLang="zh-CN"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吨纸实际成本）</a:t>
                      </a:r>
                      <a:r>
                        <a:rPr lang="en-US" altLang="zh-CN" sz="1400" dirty="0">
                          <a:latin typeface="微软雅黑" panose="020B0503020204020204" charset="-122"/>
                          <a:ea typeface="微软雅黑" panose="020B0503020204020204" charset="-122"/>
                          <a:cs typeface="微软雅黑" panose="020B0503020204020204" charset="-122"/>
                        </a:rPr>
                        <a:t>×70%</a:t>
                      </a:r>
                    </a:p>
                  </a:txBody>
                  <a:tcPr marL="68596" marR="68596" marT="0" marB="0" anchor="ctr">
                    <a:lnL w="6350" cap="flat" cmpd="sng" algn="ctr">
                      <a:solidFill>
                        <a:srgbClr val="000000"/>
                      </a:solidFill>
                      <a:prstDash val="solid"/>
                      <a:round/>
                      <a:headEnd type="none" w="med" len="med"/>
                      <a:tailEnd type="none" w="med" len="med"/>
                    </a:lnL>
                    <a:lnR w="6350" cap="flat" cmpd="sng">
                      <a:solidFill>
                        <a:srgbClr val="000000"/>
                      </a:solidFill>
                      <a:prstDash val="solid"/>
                      <a:headEnd type="none" w="med" len="med"/>
                      <a:tailEnd type="none" w="med" len="med"/>
                    </a:lnR>
                    <a:lnT w="6350" cap="flat" cmpd="sng" algn="ctr">
                      <a:solidFill>
                        <a:srgbClr val="000000"/>
                      </a:solidFill>
                      <a:prstDash val="solid"/>
                      <a:round/>
                      <a:headEnd type="none" w="med" len="med"/>
                      <a:tailEnd type="none" w="med" len="med"/>
                    </a:lnT>
                    <a:lnB w="6350" cap="flat" cmpd="sng">
                      <a:solidFill>
                        <a:srgbClr val="000000"/>
                      </a:solidFill>
                      <a:prstDash val="soli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2"/>
                  </a:ext>
                </a:extLst>
              </a:tr>
              <a:tr h="540197">
                <a:tc>
                  <a:txBody>
                    <a:bodyPr/>
                    <a:lstStyle/>
                    <a:p>
                      <a:pPr algn="ctr" fontAlgn="ctr"/>
                      <a:r>
                        <a:rPr lang="zh-CN" altLang="en-US" sz="1400" b="1" i="0">
                          <a:solidFill>
                            <a:srgbClr val="000000"/>
                          </a:solidFill>
                          <a:latin typeface="微软雅黑" panose="020B0503020204020204" charset="-122"/>
                          <a:ea typeface="微软雅黑" panose="020B0503020204020204" charset="-122"/>
                        </a:rPr>
                        <a:t>吨纸污水成本节降</a:t>
                      </a:r>
                    </a:p>
                  </a:txBody>
                  <a:tcPr marL="6669" marR="6669" marT="6669" marB="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solidFill>
                        <a:srgbClr val="000000"/>
                      </a:solidFill>
                      <a:prstDash val="solid"/>
                      <a:headEnd type="none" w="med" len="med"/>
                      <a:tailEnd type="none" w="med" len="med"/>
                    </a:lnB>
                    <a:solidFill>
                      <a:schemeClr val="accent1">
                        <a:lumMod val="20000"/>
                        <a:lumOff val="80000"/>
                      </a:schemeClr>
                    </a:solidFill>
                  </a:tcPr>
                </a:tc>
                <a:tc>
                  <a:txBody>
                    <a:bodyPr/>
                    <a:lstStyle/>
                    <a:p>
                      <a:pPr algn="ctr" fontAlgn="ctr"/>
                      <a:r>
                        <a:rPr lang="en-US" altLang="zh-CN" sz="1400" b="0" i="0" dirty="0">
                          <a:solidFill>
                            <a:schemeClr val="tx1"/>
                          </a:solidFill>
                          <a:latin typeface="微软雅黑" panose="020B0503020204020204" charset="-122"/>
                          <a:ea typeface="微软雅黑" panose="020B0503020204020204" charset="-122"/>
                        </a:rPr>
                        <a:t>10</a:t>
                      </a:r>
                    </a:p>
                  </a:txBody>
                  <a:tcPr marL="6669" marR="6669" marT="6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solidFill>
                        <a:srgbClr val="000000"/>
                      </a:solidFill>
                      <a:prstDash val="solid"/>
                      <a:headEnd type="none" w="med" len="med"/>
                      <a:tailEnd type="none" w="med" len="med"/>
                    </a:lnB>
                    <a:solidFill>
                      <a:schemeClr val="accent1">
                        <a:lumMod val="20000"/>
                        <a:lumOff val="80000"/>
                      </a:schemeClr>
                    </a:solidFill>
                  </a:tcPr>
                </a:tc>
                <a:tc>
                  <a:txBody>
                    <a:bodyPr/>
                    <a:lstStyle/>
                    <a:p>
                      <a:pPr marL="0" indent="0" algn="l">
                        <a:lnSpc>
                          <a:spcPct val="110000"/>
                        </a:lnSpc>
                        <a:spcBef>
                          <a:spcPct val="0"/>
                        </a:spcBef>
                        <a:spcAft>
                          <a:spcPct val="0"/>
                        </a:spcAft>
                      </a:pPr>
                      <a:r>
                        <a:rPr lang="zh-CN" sz="1400">
                          <a:latin typeface="微软雅黑" panose="020B0503020204020204" charset="-122"/>
                          <a:ea typeface="微软雅黑" panose="020B0503020204020204" charset="-122"/>
                          <a:cs typeface="微软雅黑" panose="020B0503020204020204" charset="-122"/>
                        </a:rPr>
                        <a:t>得分</a:t>
                      </a:r>
                      <a:r>
                        <a:rPr lang="en-US" altLang="zh-CN" sz="1400">
                          <a:latin typeface="微软雅黑" panose="020B0503020204020204" charset="-122"/>
                          <a:ea typeface="微软雅黑" panose="020B0503020204020204" charset="-122"/>
                          <a:cs typeface="微软雅黑" panose="020B0503020204020204" charset="-122"/>
                        </a:rPr>
                        <a:t>=1</a:t>
                      </a:r>
                      <a:r>
                        <a:rPr lang="en-US" altLang="zh-CN" sz="1400">
                          <a:latin typeface="微软雅黑" panose="020B0503020204020204" charset="-122"/>
                          <a:ea typeface="微软雅黑" panose="020B0503020204020204" charset="-122"/>
                          <a:cs typeface="微软雅黑" panose="020B0503020204020204" charset="-122"/>
                          <a:sym typeface="+mn-ea"/>
                        </a:rPr>
                        <a:t>0+</a:t>
                      </a:r>
                      <a:r>
                        <a:rPr lang="zh-CN" altLang="en-US" sz="1400">
                          <a:latin typeface="微软雅黑" panose="020B0503020204020204" charset="-122"/>
                          <a:ea typeface="微软雅黑" panose="020B0503020204020204" charset="-122"/>
                          <a:cs typeface="微软雅黑" panose="020B0503020204020204" charset="-122"/>
                          <a:sym typeface="+mn-ea"/>
                        </a:rPr>
                        <a:t>（吨纸污水标准成本</a:t>
                      </a:r>
                      <a:r>
                        <a:rPr lang="en-US" altLang="zh-CN" sz="1400">
                          <a:latin typeface="微软雅黑" panose="020B0503020204020204" charset="-122"/>
                          <a:ea typeface="微软雅黑" panose="020B0503020204020204" charset="-122"/>
                          <a:cs typeface="微软雅黑" panose="020B0503020204020204" charset="-122"/>
                          <a:sym typeface="+mn-ea"/>
                        </a:rPr>
                        <a:t>-</a:t>
                      </a:r>
                      <a:r>
                        <a:rPr lang="zh-CN" altLang="en-US" sz="1400">
                          <a:latin typeface="微软雅黑" panose="020B0503020204020204" charset="-122"/>
                          <a:ea typeface="微软雅黑" panose="020B0503020204020204" charset="-122"/>
                          <a:cs typeface="微软雅黑" panose="020B0503020204020204" charset="-122"/>
                          <a:sym typeface="+mn-ea"/>
                        </a:rPr>
                        <a:t>吨纸污水实际成本）</a:t>
                      </a:r>
                      <a:r>
                        <a:rPr lang="en-US" altLang="zh-CN" sz="1400">
                          <a:latin typeface="微软雅黑" panose="020B0503020204020204" charset="-122"/>
                          <a:ea typeface="微软雅黑" panose="020B0503020204020204" charset="-122"/>
                          <a:cs typeface="微软雅黑" panose="020B0503020204020204" charset="-122"/>
                          <a:sym typeface="+mn-ea"/>
                        </a:rPr>
                        <a:t>×10%</a:t>
                      </a:r>
                      <a:endParaRPr lang="zh-CN" altLang="en-US" sz="1400">
                        <a:latin typeface="微软雅黑" panose="020B0503020204020204" charset="-122"/>
                        <a:ea typeface="微软雅黑" panose="020B0503020204020204" charset="-122"/>
                        <a:cs typeface="微软雅黑" panose="020B0503020204020204" charset="-122"/>
                      </a:endParaRPr>
                    </a:p>
                  </a:txBody>
                  <a:tcPr marL="68596" marR="68596" marT="0" marB="0" anchor="ctr">
                    <a:lnL w="6350" cap="flat" cmpd="sng" algn="ctr">
                      <a:solidFill>
                        <a:srgbClr val="000000"/>
                      </a:solidFill>
                      <a:prstDash val="solid"/>
                      <a:round/>
                      <a:headEnd type="none" w="med" len="med"/>
                      <a:tailEnd type="none" w="med" len="med"/>
                    </a:lnL>
                    <a:lnR w="6350" cap="flat" cmpd="sng">
                      <a:solidFill>
                        <a:srgbClr val="000000"/>
                      </a:solidFill>
                      <a:prstDash val="solid"/>
                      <a:headEnd type="none" w="med" len="med"/>
                      <a:tailEnd type="none" w="med" len="med"/>
                    </a:lnR>
                    <a:lnT w="6350" cap="flat" cmpd="sng" algn="ctr">
                      <a:solidFill>
                        <a:srgbClr val="000000"/>
                      </a:solidFill>
                      <a:prstDash val="solid"/>
                      <a:round/>
                      <a:headEnd type="none" w="med" len="med"/>
                      <a:tailEnd type="none" w="med" len="med"/>
                    </a:lnT>
                    <a:lnB w="6350" cap="flat" cmpd="sng">
                      <a:solidFill>
                        <a:srgbClr val="000000"/>
                      </a:solidFill>
                      <a:prstDash val="soli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3"/>
                  </a:ext>
                </a:extLst>
              </a:tr>
              <a:tr h="475166">
                <a:tc>
                  <a:txBody>
                    <a:bodyPr/>
                    <a:lstStyle/>
                    <a:p>
                      <a:pPr marL="0" indent="0" algn="ctr">
                        <a:lnSpc>
                          <a:spcPct val="110000"/>
                        </a:lnSpc>
                        <a:spcBef>
                          <a:spcPct val="0"/>
                        </a:spcBef>
                        <a:spcAft>
                          <a:spcPct val="0"/>
                        </a:spcAft>
                      </a:pPr>
                      <a:r>
                        <a:rPr lang="zh-CN" sz="1400" b="1">
                          <a:latin typeface="微软雅黑" panose="020B0503020204020204" charset="-122"/>
                          <a:ea typeface="微软雅黑" panose="020B0503020204020204" charset="-122"/>
                          <a:sym typeface="+mn-ea"/>
                        </a:rPr>
                        <a:t>精益项目实施</a:t>
                      </a:r>
                      <a:endParaRPr lang="zh-CN" altLang="en-US" sz="1400" b="1" i="0">
                        <a:solidFill>
                          <a:srgbClr val="000000"/>
                        </a:solidFill>
                        <a:latin typeface="微软雅黑" panose="020B0503020204020204" charset="-122"/>
                        <a:ea typeface="微软雅黑" panose="020B0503020204020204" charset="-122"/>
                        <a:sym typeface="+mn-ea"/>
                      </a:endParaRPr>
                    </a:p>
                  </a:txBody>
                  <a:tcPr marL="6669" marR="6669" marT="6669"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20000"/>
                        <a:lumOff val="80000"/>
                      </a:schemeClr>
                    </a:solidFill>
                  </a:tcPr>
                </a:tc>
                <a:tc>
                  <a:txBody>
                    <a:bodyPr/>
                    <a:lstStyle/>
                    <a:p>
                      <a:pPr algn="ctr" fontAlgn="ctr"/>
                      <a:r>
                        <a:rPr lang="en-US" altLang="zh-CN" sz="1400" b="0" i="0" dirty="0">
                          <a:solidFill>
                            <a:schemeClr val="tx1"/>
                          </a:solidFill>
                          <a:latin typeface="微软雅黑" panose="020B0503020204020204" charset="-122"/>
                          <a:ea typeface="微软雅黑" panose="020B0503020204020204" charset="-122"/>
                        </a:rPr>
                        <a:t>14</a:t>
                      </a:r>
                    </a:p>
                  </a:txBody>
                  <a:tcPr marL="6669" marR="6669" marT="6669"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20000"/>
                        <a:lumOff val="80000"/>
                      </a:schemeClr>
                    </a:solidFill>
                  </a:tcPr>
                </a:tc>
                <a:tc>
                  <a:txBody>
                    <a:bodyPr/>
                    <a:lstStyle/>
                    <a:p>
                      <a:pPr marL="0" indent="0" algn="l">
                        <a:lnSpc>
                          <a:spcPct val="110000"/>
                        </a:lnSpc>
                        <a:spcBef>
                          <a:spcPct val="0"/>
                        </a:spcBef>
                        <a:spcAft>
                          <a:spcPct val="0"/>
                        </a:spcAft>
                      </a:pPr>
                      <a:r>
                        <a:rPr lang="zh-CN" sz="1400">
                          <a:latin typeface="微软雅黑" panose="020B0503020204020204" charset="-122"/>
                          <a:ea typeface="微软雅黑" panose="020B0503020204020204" charset="-122"/>
                          <a:cs typeface="微软雅黑" panose="020B0503020204020204" charset="-122"/>
                        </a:rPr>
                        <a:t>得分</a:t>
                      </a:r>
                      <a:r>
                        <a:rPr lang="en-US" altLang="zh-CN" sz="1400">
                          <a:latin typeface="微软雅黑" panose="020B0503020204020204" charset="-122"/>
                          <a:ea typeface="微软雅黑" panose="020B0503020204020204" charset="-122"/>
                          <a:cs typeface="微软雅黑" panose="020B0503020204020204" charset="-122"/>
                        </a:rPr>
                        <a:t>=</a:t>
                      </a:r>
                      <a:r>
                        <a:rPr lang="zh-CN" altLang="en-US" sz="1400">
                          <a:latin typeface="微软雅黑" panose="020B0503020204020204" charset="-122"/>
                          <a:ea typeface="微软雅黑" panose="020B0503020204020204" charset="-122"/>
                          <a:cs typeface="微软雅黑" panose="020B0503020204020204" charset="-122"/>
                        </a:rPr>
                        <a:t>季度实际年化收益</a:t>
                      </a:r>
                      <a:r>
                        <a:rPr lang="en-US" altLang="zh-CN" sz="1400">
                          <a:latin typeface="微软雅黑" panose="020B0503020204020204" charset="-122"/>
                          <a:ea typeface="微软雅黑" panose="020B0503020204020204" charset="-122"/>
                          <a:cs typeface="微软雅黑" panose="020B0503020204020204" charset="-122"/>
                        </a:rPr>
                        <a:t>/</a:t>
                      </a:r>
                      <a:r>
                        <a:rPr lang="zh-CN" altLang="en-US" sz="1400">
                          <a:latin typeface="微软雅黑" panose="020B0503020204020204" charset="-122"/>
                          <a:ea typeface="微软雅黑" panose="020B0503020204020204" charset="-122"/>
                          <a:cs typeface="微软雅黑" panose="020B0503020204020204" charset="-122"/>
                        </a:rPr>
                        <a:t>季度目标年化收益</a:t>
                      </a:r>
                      <a:r>
                        <a:rPr lang="en-US" altLang="zh-CN" sz="1400">
                          <a:latin typeface="微软雅黑" panose="020B0503020204020204" charset="-122"/>
                          <a:ea typeface="微软雅黑" panose="020B0503020204020204" charset="-122"/>
                          <a:cs typeface="微软雅黑" panose="020B0503020204020204" charset="-122"/>
                        </a:rPr>
                        <a:t>×</a:t>
                      </a:r>
                      <a:r>
                        <a:rPr lang="zh-CN" altLang="en-US" sz="1400">
                          <a:latin typeface="微软雅黑" panose="020B0503020204020204" charset="-122"/>
                          <a:ea typeface="微软雅黑" panose="020B0503020204020204" charset="-122"/>
                          <a:cs typeface="微软雅黑" panose="020B0503020204020204" charset="-122"/>
                          <a:sym typeface="+mn-ea"/>
                        </a:rPr>
                        <a:t>权重分值</a:t>
                      </a:r>
                    </a:p>
                  </a:txBody>
                  <a:tcPr marL="68596" marR="68596"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4"/>
                  </a:ext>
                </a:extLst>
              </a:tr>
              <a:tr h="475166">
                <a:tc>
                  <a:txBody>
                    <a:bodyPr/>
                    <a:lstStyle/>
                    <a:p>
                      <a:pPr algn="ctr" fontAlgn="ctr">
                        <a:buNone/>
                      </a:pPr>
                      <a:r>
                        <a:rPr lang="zh-CN" sz="1400" b="1">
                          <a:latin typeface="微软雅黑" panose="020B0503020204020204" charset="-122"/>
                          <a:ea typeface="微软雅黑" panose="020B0503020204020204" charset="-122"/>
                          <a:sym typeface="+mn-ea"/>
                        </a:rPr>
                        <a:t>精益体系建设</a:t>
                      </a:r>
                      <a:endParaRPr lang="zh-CN" altLang="en-US" sz="1400" b="1" i="0">
                        <a:solidFill>
                          <a:srgbClr val="000000"/>
                        </a:solidFill>
                        <a:latin typeface="微软雅黑" panose="020B0503020204020204" charset="-122"/>
                        <a:ea typeface="微软雅黑" panose="020B0503020204020204" charset="-122"/>
                        <a:sym typeface="+mn-ea"/>
                      </a:endParaRPr>
                    </a:p>
                  </a:txBody>
                  <a:tcPr marL="6669" marR="6669" marT="6669"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20000"/>
                        <a:lumOff val="80000"/>
                      </a:schemeClr>
                    </a:solidFill>
                  </a:tcPr>
                </a:tc>
                <a:tc>
                  <a:txBody>
                    <a:bodyPr/>
                    <a:lstStyle/>
                    <a:p>
                      <a:pPr algn="ctr" fontAlgn="ctr">
                        <a:buNone/>
                      </a:pPr>
                      <a:r>
                        <a:rPr lang="en-US" altLang="zh-CN" sz="1400" b="0" i="0" dirty="0">
                          <a:solidFill>
                            <a:schemeClr val="tx1"/>
                          </a:solidFill>
                          <a:latin typeface="微软雅黑" panose="020B0503020204020204" charset="-122"/>
                          <a:ea typeface="微软雅黑" panose="020B0503020204020204" charset="-122"/>
                        </a:rPr>
                        <a:t>3</a:t>
                      </a:r>
                    </a:p>
                  </a:txBody>
                  <a:tcPr marL="6669" marR="6669" marT="6669"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20000"/>
                        <a:lumOff val="80000"/>
                      </a:schemeClr>
                    </a:solidFill>
                  </a:tcPr>
                </a:tc>
                <a:tc>
                  <a:txBody>
                    <a:bodyPr/>
                    <a:lstStyle/>
                    <a:p>
                      <a:pPr marL="0" indent="0" algn="l">
                        <a:lnSpc>
                          <a:spcPct val="110000"/>
                        </a:lnSpc>
                        <a:spcBef>
                          <a:spcPct val="0"/>
                        </a:spcBef>
                        <a:spcAft>
                          <a:spcPct val="0"/>
                        </a:spcAft>
                      </a:pPr>
                      <a:r>
                        <a:rPr lang="zh-CN" sz="1400">
                          <a:latin typeface="微软雅黑" panose="020B0503020204020204" charset="-122"/>
                          <a:ea typeface="微软雅黑" panose="020B0503020204020204" charset="-122"/>
                          <a:cs typeface="微软雅黑" panose="020B0503020204020204" charset="-122"/>
                        </a:rPr>
                        <a:t>得分</a:t>
                      </a:r>
                      <a:r>
                        <a:rPr lang="en-US" altLang="zh-CN" sz="1400">
                          <a:latin typeface="微软雅黑" panose="020B0503020204020204" charset="-122"/>
                          <a:ea typeface="微软雅黑" panose="020B0503020204020204" charset="-122"/>
                          <a:cs typeface="微软雅黑" panose="020B0503020204020204" charset="-122"/>
                        </a:rPr>
                        <a:t>=</a:t>
                      </a:r>
                      <a:r>
                        <a:rPr lang="zh-CN" altLang="en-US" sz="1400">
                          <a:latin typeface="微软雅黑" panose="020B0503020204020204" charset="-122"/>
                          <a:ea typeface="微软雅黑" panose="020B0503020204020204" charset="-122"/>
                          <a:cs typeface="微软雅黑" panose="020B0503020204020204" charset="-122"/>
                        </a:rPr>
                        <a:t>体系累计得分</a:t>
                      </a:r>
                      <a:r>
                        <a:rPr lang="en-US" altLang="zh-CN" sz="1400">
                          <a:latin typeface="微软雅黑" panose="020B0503020204020204" charset="-122"/>
                          <a:ea typeface="微软雅黑" panose="020B0503020204020204" charset="-122"/>
                          <a:cs typeface="微软雅黑" panose="020B0503020204020204" charset="-122"/>
                        </a:rPr>
                        <a:t>/</a:t>
                      </a:r>
                      <a:r>
                        <a:rPr lang="zh-CN" altLang="en-US" sz="1400">
                          <a:latin typeface="微软雅黑" panose="020B0503020204020204" charset="-122"/>
                          <a:ea typeface="微软雅黑" panose="020B0503020204020204" charset="-122"/>
                          <a:cs typeface="微软雅黑" panose="020B0503020204020204" charset="-122"/>
                        </a:rPr>
                        <a:t>基地难度系数</a:t>
                      </a:r>
                      <a:r>
                        <a:rPr lang="en-US" altLang="zh-CN" sz="1400">
                          <a:latin typeface="微软雅黑" panose="020B0503020204020204" charset="-122"/>
                          <a:ea typeface="微软雅黑" panose="020B0503020204020204" charset="-122"/>
                          <a:cs typeface="微软雅黑" panose="020B0503020204020204" charset="-122"/>
                        </a:rPr>
                        <a:t>×</a:t>
                      </a:r>
                      <a:r>
                        <a:rPr lang="zh-CN" altLang="en-US" sz="1400">
                          <a:latin typeface="微软雅黑" panose="020B0503020204020204" charset="-122"/>
                          <a:ea typeface="微软雅黑" panose="020B0503020204020204" charset="-122"/>
                          <a:cs typeface="微软雅黑" panose="020B0503020204020204" charset="-122"/>
                          <a:sym typeface="+mn-ea"/>
                        </a:rPr>
                        <a:t>权重分值</a:t>
                      </a:r>
                      <a:endParaRPr lang="zh-CN" altLang="en-US" sz="1400">
                        <a:latin typeface="微软雅黑" panose="020B0503020204020204" charset="-122"/>
                        <a:ea typeface="微软雅黑" panose="020B0503020204020204" charset="-122"/>
                        <a:cs typeface="微软雅黑" panose="020B0503020204020204" charset="-122"/>
                      </a:endParaRPr>
                    </a:p>
                  </a:txBody>
                  <a:tcPr marL="68596" marR="68596"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5"/>
                  </a:ext>
                </a:extLst>
              </a:tr>
              <a:tr h="539458">
                <a:tc>
                  <a:txBody>
                    <a:bodyPr/>
                    <a:lstStyle/>
                    <a:p>
                      <a:pPr algn="ctr" fontAlgn="ctr">
                        <a:buNone/>
                      </a:pPr>
                      <a:r>
                        <a:rPr lang="zh-CN" sz="1400" b="1">
                          <a:latin typeface="微软雅黑" panose="020B0503020204020204" charset="-122"/>
                          <a:ea typeface="微软雅黑" panose="020B0503020204020204" charset="-122"/>
                          <a:sym typeface="+mn-ea"/>
                        </a:rPr>
                        <a:t>精益人才培养</a:t>
                      </a:r>
                      <a:endParaRPr lang="zh-CN" altLang="en-US" sz="1400" b="1" i="0">
                        <a:solidFill>
                          <a:srgbClr val="000000"/>
                        </a:solidFill>
                        <a:latin typeface="微软雅黑" panose="020B0503020204020204" charset="-122"/>
                        <a:ea typeface="微软雅黑" panose="020B0503020204020204" charset="-122"/>
                        <a:sym typeface="+mn-ea"/>
                      </a:endParaRPr>
                    </a:p>
                  </a:txBody>
                  <a:tcPr marL="6669" marR="6669" marT="6669"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20000"/>
                        <a:lumOff val="80000"/>
                      </a:schemeClr>
                    </a:solidFill>
                  </a:tcPr>
                </a:tc>
                <a:tc>
                  <a:txBody>
                    <a:bodyPr/>
                    <a:lstStyle/>
                    <a:p>
                      <a:pPr algn="ctr" fontAlgn="ctr">
                        <a:buNone/>
                      </a:pPr>
                      <a:r>
                        <a:rPr lang="en-US" altLang="zh-CN" sz="1400" b="0" i="0" dirty="0">
                          <a:solidFill>
                            <a:schemeClr val="tx1"/>
                          </a:solidFill>
                          <a:latin typeface="微软雅黑" panose="020B0503020204020204" charset="-122"/>
                          <a:ea typeface="微软雅黑" panose="020B0503020204020204" charset="-122"/>
                        </a:rPr>
                        <a:t>3</a:t>
                      </a:r>
                    </a:p>
                  </a:txBody>
                  <a:tcPr marL="6669" marR="6669" marT="6669"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20000"/>
                        <a:lumOff val="80000"/>
                      </a:schemeClr>
                    </a:solidFill>
                  </a:tcPr>
                </a:tc>
                <a:tc>
                  <a:txBody>
                    <a:bodyPr/>
                    <a:lstStyle/>
                    <a:p>
                      <a:pPr marL="0" indent="0" algn="l">
                        <a:lnSpc>
                          <a:spcPct val="110000"/>
                        </a:lnSpc>
                        <a:spcBef>
                          <a:spcPct val="0"/>
                        </a:spcBef>
                        <a:spcAft>
                          <a:spcPct val="0"/>
                        </a:spcAft>
                      </a:pPr>
                      <a:r>
                        <a:rPr lang="zh-CN" sz="1400" dirty="0">
                          <a:latin typeface="微软雅黑" panose="020B0503020204020204" charset="-122"/>
                          <a:ea typeface="微软雅黑" panose="020B0503020204020204" charset="-122"/>
                          <a:cs typeface="微软雅黑" panose="020B0503020204020204" charset="-122"/>
                        </a:rPr>
                        <a:t>得分</a:t>
                      </a:r>
                      <a:r>
                        <a:rPr lang="en-US" altLang="zh-CN"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中层及以上带项目人数</a:t>
                      </a:r>
                      <a:r>
                        <a:rPr lang="en-US" altLang="zh-CN"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中层及以上总人数</a:t>
                      </a:r>
                      <a:r>
                        <a:rPr lang="en-US" altLang="zh-CN" sz="140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sym typeface="+mn-ea"/>
                        </a:rPr>
                        <a:t>权重分值</a:t>
                      </a:r>
                      <a:endParaRPr lang="zh-CN" altLang="en-US" sz="1400" dirty="0">
                        <a:solidFill>
                          <a:srgbClr val="FF0000"/>
                        </a:solidFill>
                        <a:latin typeface="微软雅黑" panose="020B0503020204020204" charset="-122"/>
                        <a:ea typeface="微软雅黑" panose="020B0503020204020204" charset="-122"/>
                        <a:cs typeface="微软雅黑" panose="020B0503020204020204" charset="-122"/>
                      </a:endParaRPr>
                    </a:p>
                  </a:txBody>
                  <a:tcPr marL="68596" marR="68596" marT="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6"/>
                  </a:ext>
                </a:extLst>
              </a:tr>
            </a:tbl>
          </a:graphicData>
        </a:graphic>
      </p:graphicFrame>
      <p:sp>
        <p:nvSpPr>
          <p:cNvPr id="3" name="文本框 2"/>
          <p:cNvSpPr txBox="1"/>
          <p:nvPr/>
        </p:nvSpPr>
        <p:spPr>
          <a:xfrm>
            <a:off x="741392" y="4592431"/>
            <a:ext cx="10666659" cy="1752371"/>
          </a:xfrm>
          <a:prstGeom prst="rect">
            <a:avLst/>
          </a:prstGeom>
          <a:noFill/>
        </p:spPr>
        <p:txBody>
          <a:bodyPr wrap="square" rtlCol="0">
            <a:noAutofit/>
          </a:bodyPr>
          <a:lstStyle/>
          <a:p>
            <a:r>
              <a:rPr lang="zh-CN" altLang="en-US" b="1" dirty="0"/>
              <a:t>说明：</a:t>
            </a:r>
          </a:p>
          <a:p>
            <a:pPr marL="342969" indent="-342969">
              <a:buFont typeface="+mj-lt"/>
              <a:buAutoNum type="arabicPeriod"/>
            </a:pPr>
            <a:r>
              <a:rPr lang="zh-CN" altLang="en-US" sz="1600" dirty="0">
                <a:latin typeface="微软雅黑" panose="020B0503020204020204" charset="-122"/>
                <a:ea typeface="微软雅黑" panose="020B0503020204020204" charset="-122"/>
                <a:cs typeface="微软雅黑" panose="020B0503020204020204" charset="-122"/>
                <a:sym typeface="+mn-ea"/>
              </a:rPr>
              <a:t>各参赛单位提升运营指标或节降成本必须以设备安全运行为前提。</a:t>
            </a:r>
          </a:p>
          <a:p>
            <a:pPr marL="342969" indent="-342969">
              <a:buFont typeface="+mj-lt"/>
              <a:buAutoNum type="arabicPeriod"/>
            </a:pPr>
            <a:r>
              <a:rPr lang="zh-CN" altLang="en-US" sz="1600" dirty="0">
                <a:latin typeface="微软雅黑" panose="020B0503020204020204" charset="-122"/>
                <a:ea typeface="微软雅黑" panose="020B0503020204020204" charset="-122"/>
                <a:cs typeface="微软雅黑" panose="020B0503020204020204" charset="-122"/>
                <a:sym typeface="+mn-ea"/>
              </a:rPr>
              <a:t>根据公司《</a:t>
            </a:r>
            <a:r>
              <a:rPr lang="en-US" altLang="zh-CN" sz="1600" dirty="0">
                <a:latin typeface="微软雅黑" panose="020B0503020204020204" charset="-122"/>
                <a:ea typeface="微软雅黑" panose="020B0503020204020204" charset="-122"/>
                <a:cs typeface="微软雅黑" panose="020B0503020204020204" charset="-122"/>
                <a:sym typeface="+mn-ea"/>
              </a:rPr>
              <a:t>HSE</a:t>
            </a:r>
            <a:r>
              <a:rPr lang="zh-CN" altLang="en-US" sz="1600" dirty="0">
                <a:latin typeface="微软雅黑" panose="020B0503020204020204" charset="-122"/>
                <a:ea typeface="微软雅黑" panose="020B0503020204020204" charset="-122"/>
                <a:cs typeface="微软雅黑" panose="020B0503020204020204" charset="-122"/>
                <a:sym typeface="+mn-ea"/>
              </a:rPr>
              <a:t>管理办法》、《造纸企业生产事故管理制度》，各竞赛单位发生四级及以上</a:t>
            </a:r>
            <a:r>
              <a:rPr lang="en-US" altLang="zh-CN" sz="1600" dirty="0">
                <a:latin typeface="微软雅黑" panose="020B0503020204020204" charset="-122"/>
                <a:ea typeface="微软雅黑" panose="020B0503020204020204" charset="-122"/>
                <a:cs typeface="微软雅黑" panose="020B0503020204020204" charset="-122"/>
                <a:sym typeface="+mn-ea"/>
              </a:rPr>
              <a:t>HSE</a:t>
            </a:r>
            <a:r>
              <a:rPr lang="zh-CN" altLang="en-US" sz="1600" dirty="0">
                <a:latin typeface="微软雅黑" panose="020B0503020204020204" charset="-122"/>
                <a:ea typeface="微软雅黑" panose="020B0503020204020204" charset="-122"/>
                <a:cs typeface="微软雅黑" panose="020B0503020204020204" charset="-122"/>
                <a:sym typeface="+mn-ea"/>
              </a:rPr>
              <a:t>事故的、二级及以上生产事故的，取消当季获奖资格，奖项按得分顺延。不可抗力引发的事故酌情考虑。</a:t>
            </a:r>
          </a:p>
          <a:p>
            <a:pPr marL="342969" indent="-342969">
              <a:buFont typeface="+mj-lt"/>
              <a:buAutoNum type="arabicPeriod"/>
            </a:pPr>
            <a:r>
              <a:rPr lang="zh-CN" altLang="en-US" sz="1600" dirty="0">
                <a:latin typeface="微软雅黑" panose="020B0503020204020204" charset="-122"/>
                <a:ea typeface="微软雅黑" panose="020B0503020204020204" charset="-122"/>
                <a:cs typeface="微软雅黑" panose="020B0503020204020204" charset="-122"/>
                <a:sym typeface="+mn-ea"/>
              </a:rPr>
              <a:t>如因新增</a:t>
            </a:r>
            <a:r>
              <a:rPr lang="en-US" altLang="zh-CN" sz="1600" dirty="0">
                <a:latin typeface="微软雅黑" panose="020B0503020204020204" charset="-122"/>
                <a:ea typeface="微软雅黑" panose="020B0503020204020204" charset="-122"/>
                <a:cs typeface="微软雅黑" panose="020B0503020204020204" charset="-122"/>
                <a:sym typeface="+mn-ea"/>
              </a:rPr>
              <a:t>/</a:t>
            </a:r>
            <a:r>
              <a:rPr lang="zh-CN" altLang="en-US" sz="1600" dirty="0">
                <a:latin typeface="微软雅黑" panose="020B0503020204020204" charset="-122"/>
                <a:ea typeface="微软雅黑" panose="020B0503020204020204" charset="-122"/>
                <a:cs typeface="微软雅黑" panose="020B0503020204020204" charset="-122"/>
                <a:sym typeface="+mn-ea"/>
              </a:rPr>
              <a:t>拆除设备、技改等活动后，设置的目标值与实际情况不相符的，由事业部重新评估后修定目标值。</a:t>
            </a:r>
          </a:p>
          <a:p>
            <a:pPr marL="342969" indent="-342969">
              <a:buFont typeface="+mj-lt"/>
              <a:buAutoNum type="arabicPeriod"/>
            </a:pPr>
            <a:r>
              <a:rPr lang="zh-CN" altLang="en-US" sz="1600" dirty="0">
                <a:latin typeface="微软雅黑" panose="020B0503020204020204" charset="-122"/>
                <a:ea typeface="微软雅黑" panose="020B0503020204020204" charset="-122"/>
                <a:cs typeface="微软雅黑" panose="020B0503020204020204" charset="-122"/>
                <a:sym typeface="+mn-ea"/>
              </a:rPr>
              <a:t>劳动竞赛中当季精益项目评分使用精益项目前一季度分值。</a:t>
            </a:r>
          </a:p>
          <a:p>
            <a:endParaRPr lang="zh-CN" altLang="en-US" sz="1600" dirty="0">
              <a:latin typeface="微软雅黑" panose="020B0503020204020204" charset="-122"/>
              <a:ea typeface="微软雅黑" panose="020B0503020204020204" charset="-122"/>
              <a:cs typeface="微软雅黑" panose="020B0503020204020204" charset="-122"/>
              <a:sym typeface="+mn-ea"/>
            </a:endParaRPr>
          </a:p>
          <a:p>
            <a:endParaRPr lang="zh-CN" altLang="en-US" dirty="0"/>
          </a:p>
          <a:p>
            <a:pPr marL="285807" indent="-285807">
              <a:buFont typeface="Wingdings" panose="05000000000000000000" charset="0"/>
              <a:buChar char="Ø"/>
            </a:pPr>
            <a:endParaRPr lang="zh-CN" altLang="en-US" dirty="0"/>
          </a:p>
          <a:p>
            <a:pPr marL="285807" indent="-285807">
              <a:buFont typeface="Wingdings" panose="05000000000000000000" charset="0"/>
              <a:buChar char="Ø"/>
            </a:pPr>
            <a:endParaRPr lang="zh-CN" altLang="en-US" dirty="0"/>
          </a:p>
          <a:p>
            <a:pPr marL="285807" indent="-285807">
              <a:buFont typeface="Arial" panose="020B0604020202020204" pitchFamily="34" charset="0"/>
              <a:buChar char="•"/>
            </a:pPr>
            <a:endParaRPr lang="zh-CN" altLang="en-US" dirty="0"/>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Administrator\Desktop\山鹰PPT模板设计-02.jpg"/>
          <p:cNvPicPr>
            <a:picLocks noChangeAspect="1" noChangeArrowheads="1"/>
          </p:cNvPicPr>
          <p:nvPr/>
        </p:nvPicPr>
        <p:blipFill>
          <a:blip r:embed="rId5" cstate="print"/>
          <a:srcRect/>
          <a:stretch>
            <a:fillRect/>
          </a:stretch>
        </p:blipFill>
        <p:spPr bwMode="auto">
          <a:xfrm>
            <a:off x="3352" y="1"/>
            <a:ext cx="12191646" cy="841570"/>
          </a:xfrm>
          <a:prstGeom prst="rect">
            <a:avLst/>
          </a:prstGeom>
          <a:noFill/>
        </p:spPr>
      </p:pic>
      <p:pic>
        <p:nvPicPr>
          <p:cNvPr id="2" name="Picture 3" descr="C:\Users\Administrator\Desktop\山鹰PPT模板设计-02.jpg"/>
          <p:cNvPicPr>
            <a:picLocks noChangeAspect="1" noChangeArrowheads="1"/>
          </p:cNvPicPr>
          <p:nvPr/>
        </p:nvPicPr>
        <p:blipFill>
          <a:blip r:embed="rId6" cstate="print"/>
          <a:srcRect/>
          <a:stretch>
            <a:fillRect/>
          </a:stretch>
        </p:blipFill>
        <p:spPr bwMode="auto">
          <a:xfrm>
            <a:off x="177" y="6476887"/>
            <a:ext cx="12191646" cy="328689"/>
          </a:xfrm>
          <a:prstGeom prst="rect">
            <a:avLst/>
          </a:prstGeom>
          <a:noFill/>
        </p:spPr>
      </p:pic>
      <p:sp>
        <p:nvSpPr>
          <p:cNvPr id="9" name="灯片编号占位符 2"/>
          <p:cNvSpPr>
            <a:spLocks noGrp="1"/>
          </p:cNvSpPr>
          <p:nvPr>
            <p:ph type="sldNum" sz="quarter" idx="10"/>
          </p:nvPr>
        </p:nvSpPr>
        <p:spPr>
          <a:xfrm>
            <a:off x="11270784" y="6589525"/>
            <a:ext cx="576133" cy="216050"/>
          </a:xfrm>
        </p:spPr>
        <p:txBody>
          <a:bodyPr vert="horz" wrap="square" lIns="91461" tIns="45731" rIns="91461" bIns="45731" rtlCol="0" anchor="t" anchorCtr="0">
            <a:noAutofit/>
          </a:bodyPr>
          <a:lstStyle/>
          <a:p>
            <a:pPr defTabSz="914583">
              <a:defRPr/>
            </a:pPr>
            <a:fld id="{49AE70B2-8BF9-45C0-BB95-33D1B9D3A854}" type="slidenum">
              <a:rPr lang="zh-CN" altLang="en-US" sz="900">
                <a:solidFill>
                  <a:srgbClr val="7F7F7F"/>
                </a:solidFill>
                <a:latin typeface="微软雅黑" panose="020B0503020204020204" charset="-122"/>
                <a:ea typeface="微软雅黑" panose="020B0503020204020204" charset="-122"/>
              </a:rPr>
              <a:pPr defTabSz="914583">
                <a:defRPr/>
              </a:pPr>
              <a:t>12</a:t>
            </a:fld>
            <a:endParaRPr lang="zh-CN" altLang="en-US" sz="900">
              <a:solidFill>
                <a:srgbClr val="7F7F7F"/>
              </a:solidFill>
              <a:latin typeface="微软雅黑" panose="020B0503020204020204" charset="-122"/>
              <a:ea typeface="微软雅黑" panose="020B0503020204020204" charset="-122"/>
            </a:endParaRPr>
          </a:p>
        </p:txBody>
      </p:sp>
      <p:sp>
        <p:nvSpPr>
          <p:cNvPr id="11" name="TextBox 4"/>
          <p:cNvSpPr txBox="1"/>
          <p:nvPr/>
        </p:nvSpPr>
        <p:spPr>
          <a:xfrm>
            <a:off x="684334" y="6589525"/>
            <a:ext cx="4969150" cy="216050"/>
          </a:xfrm>
          <a:prstGeom prst="rect">
            <a:avLst/>
          </a:prstGeom>
          <a:noFill/>
        </p:spPr>
        <p:txBody>
          <a:bodyPr wrap="square" rtlCol="0">
            <a:noAutofit/>
          </a:bodyPr>
          <a:lstStyle/>
          <a:p>
            <a:r>
              <a:rPr lang="zh-CN" altLang="en-US" sz="900">
                <a:solidFill>
                  <a:schemeClr val="bg1">
                    <a:lumMod val="50000"/>
                  </a:schemeClr>
                </a:solidFill>
                <a:latin typeface="思源黑体 CN Normal" panose="020B0400000000000000" pitchFamily="34" charset="-122"/>
                <a:ea typeface="思源黑体 CN Normal" panose="020B0400000000000000" pitchFamily="34" charset="-122"/>
              </a:rPr>
              <a:t>守信 协作 求精 成就    </a:t>
            </a:r>
            <a:r>
              <a:rPr lang="en-US" altLang="zh-CN" sz="900">
                <a:solidFill>
                  <a:schemeClr val="bg1">
                    <a:lumMod val="50000"/>
                  </a:schemeClr>
                </a:solidFill>
                <a:latin typeface="思源黑体 CN Normal" panose="020B0400000000000000" pitchFamily="34" charset="-122"/>
                <a:ea typeface="思源黑体 CN Normal" panose="020B0400000000000000" pitchFamily="34" charset="-122"/>
              </a:rPr>
              <a:t>INTEGRITY · COOPERATION · EXCELLENCE · ACHIEVEMENT</a:t>
            </a:r>
            <a:endParaRPr lang="zh-CN" altLang="en-US" sz="900">
              <a:solidFill>
                <a:schemeClr val="bg1">
                  <a:lumMod val="50000"/>
                </a:schemeClr>
              </a:solidFill>
              <a:latin typeface="思源黑体 CN Normal" panose="020B0400000000000000" pitchFamily="34" charset="-122"/>
              <a:ea typeface="思源黑体 CN Normal" panose="020B0400000000000000" pitchFamily="34" charset="-122"/>
            </a:endParaRPr>
          </a:p>
        </p:txBody>
      </p:sp>
      <p:sp>
        <p:nvSpPr>
          <p:cNvPr id="6" name="文本框 5"/>
          <p:cNvSpPr txBox="1"/>
          <p:nvPr/>
        </p:nvSpPr>
        <p:spPr>
          <a:xfrm>
            <a:off x="821421" y="4259296"/>
            <a:ext cx="10727633" cy="1827953"/>
          </a:xfrm>
          <a:prstGeom prst="rect">
            <a:avLst/>
          </a:prstGeom>
          <a:noFill/>
        </p:spPr>
        <p:txBody>
          <a:bodyPr wrap="square" rtlCol="0">
            <a:noAutofit/>
          </a:bodyPr>
          <a:lstStyle/>
          <a:p>
            <a:r>
              <a:rPr lang="zh-CN" altLang="en-US" b="1">
                <a:latin typeface="微软雅黑" panose="020B0503020204020204" charset="-122"/>
                <a:ea typeface="微软雅黑" panose="020B0503020204020204" charset="-122"/>
              </a:rPr>
              <a:t>说明：</a:t>
            </a:r>
            <a:endParaRPr lang="zh-CN" altLang="en-US">
              <a:latin typeface="微软雅黑" panose="020B0503020204020204" charset="-122"/>
              <a:ea typeface="微软雅黑" panose="020B0503020204020204" charset="-122"/>
            </a:endParaRPr>
          </a:p>
          <a:p>
            <a:pPr marL="342969" indent="-342969">
              <a:buFont typeface="+mj-lt"/>
              <a:buAutoNum type="arabicPeriod"/>
            </a:pPr>
            <a:r>
              <a:rPr lang="zh-CN" altLang="en-US" sz="1600">
                <a:latin typeface="微软雅黑" panose="020B0503020204020204" charset="-122"/>
                <a:ea typeface="微软雅黑" panose="020B0503020204020204" charset="-122"/>
                <a:cs typeface="微软雅黑" panose="020B0503020204020204" charset="-122"/>
                <a:sym typeface="+mn-ea"/>
              </a:rPr>
              <a:t>标准成本</a:t>
            </a:r>
            <a:r>
              <a:rPr lang="en-US" altLang="zh-CN" sz="1600">
                <a:latin typeface="微软雅黑" panose="020B0503020204020204" charset="-122"/>
                <a:ea typeface="微软雅黑" panose="020B0503020204020204" charset="-122"/>
                <a:cs typeface="微软雅黑" panose="020B0503020204020204" charset="-122"/>
                <a:sym typeface="+mn-ea"/>
              </a:rPr>
              <a:t>/</a:t>
            </a:r>
            <a:r>
              <a:rPr lang="zh-CN" altLang="en-US" sz="1600">
                <a:latin typeface="微软雅黑" panose="020B0503020204020204" charset="-122"/>
                <a:ea typeface="微软雅黑" panose="020B0503020204020204" charset="-122"/>
                <a:cs typeface="微软雅黑" panose="020B0503020204020204" charset="-122"/>
                <a:sym typeface="+mn-ea"/>
              </a:rPr>
              <a:t>实际成本</a:t>
            </a:r>
            <a:r>
              <a:rPr lang="en-US" altLang="zh-CN" sz="1600">
                <a:latin typeface="微软雅黑" panose="020B0503020204020204" charset="-122"/>
                <a:ea typeface="微软雅黑" panose="020B0503020204020204" charset="-122"/>
                <a:cs typeface="微软雅黑" panose="020B0503020204020204" charset="-122"/>
                <a:sym typeface="+mn-ea"/>
              </a:rPr>
              <a:t>≤75%</a:t>
            </a:r>
            <a:r>
              <a:rPr lang="zh-CN" altLang="en-US" sz="1600">
                <a:latin typeface="微软雅黑" panose="020B0503020204020204" charset="-122"/>
                <a:ea typeface="微软雅黑" panose="020B0503020204020204" charset="-122"/>
                <a:cs typeface="微软雅黑" panose="020B0503020204020204" charset="-122"/>
                <a:sym typeface="+mn-ea"/>
              </a:rPr>
              <a:t>，得</a:t>
            </a:r>
            <a:r>
              <a:rPr lang="en-US" altLang="zh-CN" sz="1600">
                <a:latin typeface="微软雅黑" panose="020B0503020204020204" charset="-122"/>
                <a:ea typeface="微软雅黑" panose="020B0503020204020204" charset="-122"/>
                <a:cs typeface="微软雅黑" panose="020B0503020204020204" charset="-122"/>
                <a:sym typeface="+mn-ea"/>
              </a:rPr>
              <a:t>0</a:t>
            </a:r>
            <a:r>
              <a:rPr lang="zh-CN" altLang="en-US" sz="1600">
                <a:latin typeface="微软雅黑" panose="020B0503020204020204" charset="-122"/>
                <a:ea typeface="微软雅黑" panose="020B0503020204020204" charset="-122"/>
                <a:cs typeface="微软雅黑" panose="020B0503020204020204" charset="-122"/>
                <a:sym typeface="+mn-ea"/>
              </a:rPr>
              <a:t>分；标准成本</a:t>
            </a:r>
            <a:r>
              <a:rPr lang="en-US" altLang="zh-CN" sz="1600">
                <a:latin typeface="微软雅黑" panose="020B0503020204020204" charset="-122"/>
                <a:ea typeface="微软雅黑" panose="020B0503020204020204" charset="-122"/>
                <a:cs typeface="微软雅黑" panose="020B0503020204020204" charset="-122"/>
                <a:sym typeface="+mn-ea"/>
              </a:rPr>
              <a:t>/</a:t>
            </a:r>
            <a:r>
              <a:rPr lang="zh-CN" altLang="en-US" sz="1600">
                <a:latin typeface="微软雅黑" panose="020B0503020204020204" charset="-122"/>
                <a:ea typeface="微软雅黑" panose="020B0503020204020204" charset="-122"/>
                <a:cs typeface="微软雅黑" panose="020B0503020204020204" charset="-122"/>
                <a:sym typeface="+mn-ea"/>
              </a:rPr>
              <a:t>实际成本</a:t>
            </a:r>
            <a:r>
              <a:rPr lang="en-US" altLang="zh-CN" sz="1600">
                <a:latin typeface="微软雅黑" panose="020B0503020204020204" charset="-122"/>
                <a:ea typeface="微软雅黑" panose="020B0503020204020204" charset="-122"/>
                <a:cs typeface="微软雅黑" panose="020B0503020204020204" charset="-122"/>
                <a:sym typeface="+mn-ea"/>
              </a:rPr>
              <a:t>=100%</a:t>
            </a:r>
            <a:r>
              <a:rPr lang="zh-CN" altLang="en-US" sz="1600">
                <a:latin typeface="微软雅黑" panose="020B0503020204020204" charset="-122"/>
                <a:ea typeface="微软雅黑" panose="020B0503020204020204" charset="-122"/>
                <a:cs typeface="微软雅黑" panose="020B0503020204020204" charset="-122"/>
                <a:sym typeface="+mn-ea"/>
              </a:rPr>
              <a:t>，得</a:t>
            </a:r>
            <a:r>
              <a:rPr lang="en-US" altLang="zh-CN" sz="1600">
                <a:latin typeface="微软雅黑" panose="020B0503020204020204" charset="-122"/>
                <a:ea typeface="微软雅黑" panose="020B0503020204020204" charset="-122"/>
                <a:cs typeface="微软雅黑" panose="020B0503020204020204" charset="-122"/>
                <a:sym typeface="+mn-ea"/>
              </a:rPr>
              <a:t>100</a:t>
            </a:r>
            <a:r>
              <a:rPr lang="zh-CN" altLang="en-US" sz="1600">
                <a:latin typeface="微软雅黑" panose="020B0503020204020204" charset="-122"/>
                <a:ea typeface="微软雅黑" panose="020B0503020204020204" charset="-122"/>
                <a:cs typeface="微软雅黑" panose="020B0503020204020204" charset="-122"/>
                <a:sym typeface="+mn-ea"/>
              </a:rPr>
              <a:t>分；中间值采用插值计算，每</a:t>
            </a:r>
            <a:r>
              <a:rPr lang="en-US" altLang="zh-CN" sz="1600">
                <a:latin typeface="微软雅黑" panose="020B0503020204020204" charset="-122"/>
                <a:ea typeface="微软雅黑" panose="020B0503020204020204" charset="-122"/>
                <a:cs typeface="微软雅黑" panose="020B0503020204020204" charset="-122"/>
                <a:sym typeface="+mn-ea"/>
              </a:rPr>
              <a:t>1%</a:t>
            </a:r>
            <a:r>
              <a:rPr lang="zh-CN" altLang="en-US" sz="1600">
                <a:latin typeface="微软雅黑" panose="020B0503020204020204" charset="-122"/>
                <a:ea typeface="微软雅黑" panose="020B0503020204020204" charset="-122"/>
                <a:cs typeface="微软雅黑" panose="020B0503020204020204" charset="-122"/>
                <a:sym typeface="+mn-ea"/>
              </a:rPr>
              <a:t>对应得分为</a:t>
            </a:r>
            <a:r>
              <a:rPr lang="en-US" altLang="zh-CN" sz="1600">
                <a:latin typeface="微软雅黑" panose="020B0503020204020204" charset="-122"/>
                <a:ea typeface="微软雅黑" panose="020B0503020204020204" charset="-122"/>
                <a:cs typeface="微软雅黑" panose="020B0503020204020204" charset="-122"/>
                <a:sym typeface="+mn-ea"/>
              </a:rPr>
              <a:t>4</a:t>
            </a:r>
            <a:r>
              <a:rPr lang="zh-CN" altLang="en-US" sz="1600">
                <a:latin typeface="微软雅黑" panose="020B0503020204020204" charset="-122"/>
                <a:ea typeface="微软雅黑" panose="020B0503020204020204" charset="-122"/>
                <a:cs typeface="微软雅黑" panose="020B0503020204020204" charset="-122"/>
                <a:sym typeface="+mn-ea"/>
              </a:rPr>
              <a:t>分。</a:t>
            </a:r>
          </a:p>
          <a:p>
            <a:pPr marL="342969" indent="-342969">
              <a:buFont typeface="+mj-lt"/>
              <a:buAutoNum type="arabicPeriod"/>
            </a:pPr>
            <a:r>
              <a:rPr lang="zh-CN" altLang="en-US" sz="1600">
                <a:latin typeface="微软雅黑" panose="020B0503020204020204" charset="-122"/>
                <a:ea typeface="微软雅黑" panose="020B0503020204020204" charset="-122"/>
                <a:cs typeface="微软雅黑" panose="020B0503020204020204" charset="-122"/>
                <a:sym typeface="+mn-ea"/>
              </a:rPr>
              <a:t>造纸企业获奖条件同样适用于热电板块。</a:t>
            </a:r>
            <a:endParaRPr lang="zh-CN" altLang="en-US" sz="1600">
              <a:latin typeface="微软雅黑" panose="020B0503020204020204" charset="-122"/>
              <a:ea typeface="微软雅黑" panose="020B0503020204020204" charset="-122"/>
            </a:endParaRPr>
          </a:p>
        </p:txBody>
      </p:sp>
      <p:sp>
        <p:nvSpPr>
          <p:cNvPr id="13" name="标题 1"/>
          <p:cNvSpPr>
            <a:spLocks noGrp="1"/>
          </p:cNvSpPr>
          <p:nvPr>
            <p:ph type="title"/>
          </p:nvPr>
        </p:nvSpPr>
        <p:spPr>
          <a:xfrm>
            <a:off x="459388" y="96543"/>
            <a:ext cx="11622555" cy="647850"/>
          </a:xfrm>
        </p:spPr>
        <p:txBody>
          <a:bodyPr/>
          <a:lstStyle/>
          <a:p>
            <a:pPr>
              <a:lnSpc>
                <a:spcPct val="90000"/>
              </a:lnSpc>
              <a:spcBef>
                <a:spcPct val="20000"/>
              </a:spcBef>
              <a:spcAft>
                <a:spcPct val="0"/>
              </a:spcAft>
            </a:pPr>
            <a:r>
              <a:rPr lang="zh-CN" altLang="en-US" dirty="0">
                <a:solidFill>
                  <a:srgbClr val="002060"/>
                </a:solidFill>
                <a:latin typeface="微软雅黑" panose="020B0503020204020204" charset="-122"/>
                <a:ea typeface="微软雅黑" panose="020B0503020204020204" charset="-122"/>
                <a:sym typeface="+mn-ea"/>
              </a:rPr>
              <a:t>二</a:t>
            </a:r>
            <a:r>
              <a:rPr dirty="0">
                <a:solidFill>
                  <a:srgbClr val="002060"/>
                </a:solidFill>
                <a:latin typeface="微软雅黑" panose="020B0503020204020204" charset="-122"/>
                <a:ea typeface="微软雅黑" panose="020B0503020204020204" charset="-122"/>
                <a:sym typeface="+mn-ea"/>
              </a:rPr>
              <a:t>、</a:t>
            </a:r>
            <a:r>
              <a:rPr lang="en-US" altLang="zh-CN" dirty="0">
                <a:solidFill>
                  <a:srgbClr val="002060"/>
                </a:solidFill>
                <a:latin typeface="微软雅黑" panose="020B0503020204020204" charset="-122"/>
                <a:ea typeface="微软雅黑" panose="020B0503020204020204" charset="-122"/>
                <a:sym typeface="+mn-ea"/>
              </a:rPr>
              <a:t>2</a:t>
            </a:r>
            <a:r>
              <a:rPr dirty="0">
                <a:solidFill>
                  <a:srgbClr val="002060"/>
                </a:solidFill>
                <a:latin typeface="微软雅黑" panose="020B0503020204020204" charset="-122"/>
                <a:ea typeface="微软雅黑" panose="020B0503020204020204" charset="-122"/>
                <a:sym typeface="+mn-ea"/>
              </a:rPr>
              <a:t>025年</a:t>
            </a:r>
            <a:r>
              <a:rPr lang="zh-CN" altLang="en-US" dirty="0">
                <a:solidFill>
                  <a:srgbClr val="002060"/>
                </a:solidFill>
                <a:latin typeface="微软雅黑" panose="020B0503020204020204" charset="-122"/>
                <a:ea typeface="微软雅黑" panose="020B0503020204020204" charset="-122"/>
                <a:sym typeface="+mn-ea"/>
              </a:rPr>
              <a:t>劳动竞赛方案 </a:t>
            </a:r>
            <a:r>
              <a:rPr lang="en-US" altLang="zh-CN" dirty="0">
                <a:solidFill>
                  <a:srgbClr val="002060"/>
                </a:solidFill>
                <a:latin typeface="微软雅黑" panose="020B0503020204020204" charset="-122"/>
                <a:ea typeface="微软雅黑" panose="020B0503020204020204" charset="-122"/>
                <a:sym typeface="+mn-ea"/>
              </a:rPr>
              <a:t>– </a:t>
            </a:r>
            <a:r>
              <a:rPr lang="zh-CN" altLang="en-US" dirty="0">
                <a:solidFill>
                  <a:srgbClr val="002060"/>
                </a:solidFill>
                <a:latin typeface="微软雅黑" panose="020B0503020204020204" charset="-122"/>
                <a:ea typeface="微软雅黑" panose="020B0503020204020204" charset="-122"/>
              </a:rPr>
              <a:t>热电（季度）</a:t>
            </a:r>
            <a:endParaRPr sz="2000" dirty="0">
              <a:solidFill>
                <a:srgbClr val="FF0000"/>
              </a:solidFill>
              <a:effectLst>
                <a:outerShdw blurRad="38100" dist="25400" dir="5400000" algn="ctr" rotWithShape="0">
                  <a:srgbClr val="6E747A">
                    <a:alpha val="43000"/>
                  </a:srgbClr>
                </a:outerShdw>
              </a:effectLst>
              <a:highlight>
                <a:srgbClr val="FFFF00"/>
              </a:highlight>
              <a:latin typeface="微软雅黑" panose="020B0503020204020204" charset="-122"/>
              <a:ea typeface="微软雅黑" panose="020B0503020204020204" charset="-122"/>
            </a:endParaRPr>
          </a:p>
        </p:txBody>
      </p:sp>
      <p:graphicFrame>
        <p:nvGraphicFramePr>
          <p:cNvPr id="17" name="表格 16"/>
          <p:cNvGraphicFramePr/>
          <p:nvPr>
            <p:custDataLst>
              <p:tags r:id="rId2"/>
            </p:custDataLst>
          </p:nvPr>
        </p:nvGraphicFramePr>
        <p:xfrm>
          <a:off x="886206" y="1054980"/>
          <a:ext cx="10662849" cy="2701281"/>
        </p:xfrm>
        <a:graphic>
          <a:graphicData uri="http://schemas.openxmlformats.org/drawingml/2006/table">
            <a:tbl>
              <a:tblPr/>
              <a:tblGrid>
                <a:gridCol w="2041998">
                  <a:extLst>
                    <a:ext uri="{9D8B030D-6E8A-4147-A177-3AD203B41FA5}">
                      <a16:colId xmlns:a16="http://schemas.microsoft.com/office/drawing/2014/main" val="20000"/>
                    </a:ext>
                  </a:extLst>
                </a:gridCol>
                <a:gridCol w="2806715">
                  <a:extLst>
                    <a:ext uri="{9D8B030D-6E8A-4147-A177-3AD203B41FA5}">
                      <a16:colId xmlns:a16="http://schemas.microsoft.com/office/drawing/2014/main" val="20001"/>
                    </a:ext>
                  </a:extLst>
                </a:gridCol>
                <a:gridCol w="5814136">
                  <a:extLst>
                    <a:ext uri="{9D8B030D-6E8A-4147-A177-3AD203B41FA5}">
                      <a16:colId xmlns:a16="http://schemas.microsoft.com/office/drawing/2014/main" val="20002"/>
                    </a:ext>
                  </a:extLst>
                </a:gridCol>
              </a:tblGrid>
              <a:tr h="578619">
                <a:tc gridSpan="3">
                  <a:txBody>
                    <a:bodyPr/>
                    <a:lstStyle/>
                    <a:p>
                      <a:pPr marL="0" indent="0" algn="ctr">
                        <a:lnSpc>
                          <a:spcPct val="110000"/>
                        </a:lnSpc>
                        <a:spcBef>
                          <a:spcPct val="0"/>
                        </a:spcBef>
                        <a:spcAft>
                          <a:spcPts val="500"/>
                        </a:spcAft>
                        <a:buNone/>
                      </a:pPr>
                      <a:r>
                        <a:rPr lang="en-US" altLang="zh-CN" sz="2000" b="1">
                          <a:solidFill>
                            <a:schemeClr val="bg1"/>
                          </a:solidFill>
                          <a:latin typeface="微软雅黑" panose="020B0503020204020204" charset="-122"/>
                          <a:ea typeface="微软雅黑" panose="020B0503020204020204" charset="-122"/>
                        </a:rPr>
                        <a:t>2025</a:t>
                      </a:r>
                      <a:r>
                        <a:rPr lang="zh-CN" altLang="en-US" sz="2000" b="1">
                          <a:solidFill>
                            <a:schemeClr val="bg1"/>
                          </a:solidFill>
                          <a:latin typeface="微软雅黑" panose="020B0503020204020204" charset="-122"/>
                          <a:ea typeface="微软雅黑" panose="020B0503020204020204" charset="-122"/>
                        </a:rPr>
                        <a:t>年热电厂劳动竞赛评分方案</a:t>
                      </a:r>
                      <a:endParaRPr lang="zh-CN" altLang="en-US" sz="2000" b="1">
                        <a:solidFill>
                          <a:schemeClr val="bg1"/>
                        </a:solidFill>
                        <a:latin typeface="微软雅黑" panose="020B0503020204020204" charset="-122"/>
                        <a:ea typeface="微软雅黑" panose="020B0503020204020204" charset="-122"/>
                        <a:sym typeface="+mn-ea"/>
                      </a:endParaRPr>
                    </a:p>
                  </a:txBody>
                  <a:tcPr marL="68596" marR="68596"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75000"/>
                      </a:schemeClr>
                    </a:solidFill>
                  </a:tcPr>
                </a:tc>
                <a:tc hMerge="1">
                  <a:txBody>
                    <a:bodyPr/>
                    <a:lstStyle/>
                    <a:p>
                      <a:endParaRPr lang="en-US"/>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hMerge="1">
                  <a:txBody>
                    <a:bodyPr/>
                    <a:lstStyle/>
                    <a:p>
                      <a:endParaRPr lang="en-US"/>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0"/>
                  </a:ext>
                </a:extLst>
              </a:tr>
              <a:tr h="534794">
                <a:tc>
                  <a:txBody>
                    <a:bodyPr/>
                    <a:lstStyle/>
                    <a:p>
                      <a:pPr marL="0" indent="0" algn="ctr">
                        <a:lnSpc>
                          <a:spcPct val="110000"/>
                        </a:lnSpc>
                        <a:spcBef>
                          <a:spcPct val="0"/>
                        </a:spcBef>
                        <a:spcAft>
                          <a:spcPts val="500"/>
                        </a:spcAft>
                      </a:pPr>
                      <a:r>
                        <a:rPr lang="zh-CN" sz="1800" b="1">
                          <a:solidFill>
                            <a:schemeClr val="bg1"/>
                          </a:solidFill>
                          <a:latin typeface="微软雅黑" panose="020B0503020204020204" charset="-122"/>
                          <a:ea typeface="微软雅黑" panose="020B0503020204020204" charset="-122"/>
                        </a:rPr>
                        <a:t>指标</a:t>
                      </a:r>
                    </a:p>
                  </a:txBody>
                  <a:tcPr marL="68596" marR="68596"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75000"/>
                      </a:schemeClr>
                    </a:solidFill>
                  </a:tcPr>
                </a:tc>
                <a:tc>
                  <a:txBody>
                    <a:bodyPr/>
                    <a:lstStyle/>
                    <a:p>
                      <a:pPr marL="0" indent="0" algn="ctr">
                        <a:lnSpc>
                          <a:spcPct val="110000"/>
                        </a:lnSpc>
                        <a:spcBef>
                          <a:spcPct val="0"/>
                        </a:spcBef>
                        <a:spcAft>
                          <a:spcPts val="500"/>
                        </a:spcAft>
                      </a:pPr>
                      <a:r>
                        <a:rPr lang="zh-CN" sz="1800" b="1">
                          <a:solidFill>
                            <a:schemeClr val="bg1"/>
                          </a:solidFill>
                          <a:latin typeface="微软雅黑" panose="020B0503020204020204" charset="-122"/>
                          <a:ea typeface="微软雅黑" panose="020B0503020204020204" charset="-122"/>
                        </a:rPr>
                        <a:t>权重值</a:t>
                      </a:r>
                    </a:p>
                  </a:txBody>
                  <a:tcPr marL="68596" marR="68596"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75000"/>
                      </a:schemeClr>
                    </a:solidFill>
                  </a:tcPr>
                </a:tc>
                <a:tc>
                  <a:txBody>
                    <a:bodyPr/>
                    <a:lstStyle/>
                    <a:p>
                      <a:pPr marL="0" indent="0" algn="ctr">
                        <a:lnSpc>
                          <a:spcPct val="110000"/>
                        </a:lnSpc>
                        <a:spcBef>
                          <a:spcPct val="0"/>
                        </a:spcBef>
                        <a:spcAft>
                          <a:spcPts val="500"/>
                        </a:spcAft>
                      </a:pPr>
                      <a:r>
                        <a:rPr lang="zh-CN" sz="1800" b="1">
                          <a:solidFill>
                            <a:schemeClr val="bg1"/>
                          </a:solidFill>
                          <a:latin typeface="微软雅黑" panose="020B0503020204020204" charset="-122"/>
                          <a:ea typeface="微软雅黑" panose="020B0503020204020204" charset="-122"/>
                        </a:rPr>
                        <a:t>得分计算公式</a:t>
                      </a:r>
                    </a:p>
                  </a:txBody>
                  <a:tcPr marL="68596" marR="68596"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75000"/>
                      </a:schemeClr>
                    </a:solidFill>
                  </a:tcPr>
                </a:tc>
                <a:extLst>
                  <a:ext uri="{0D108BD9-81ED-4DB2-BD59-A6C34878D82A}">
                    <a16:rowId xmlns:a16="http://schemas.microsoft.com/office/drawing/2014/main" val="10001"/>
                  </a:ext>
                </a:extLst>
              </a:tr>
              <a:tr h="793299">
                <a:tc>
                  <a:txBody>
                    <a:bodyPr/>
                    <a:lstStyle/>
                    <a:p>
                      <a:pPr marL="0" indent="0" algn="ctr">
                        <a:lnSpc>
                          <a:spcPct val="110000"/>
                        </a:lnSpc>
                        <a:spcBef>
                          <a:spcPct val="0"/>
                        </a:spcBef>
                        <a:spcAft>
                          <a:spcPts val="500"/>
                        </a:spcAft>
                      </a:pPr>
                      <a:r>
                        <a:rPr lang="zh-CN" sz="1600" b="1">
                          <a:latin typeface="微软雅黑" panose="020B0503020204020204" charset="-122"/>
                          <a:ea typeface="微软雅黑" panose="020B0503020204020204" charset="-122"/>
                        </a:rPr>
                        <a:t>综合电成本</a:t>
                      </a:r>
                    </a:p>
                  </a:txBody>
                  <a:tcPr marL="68596" marR="68596"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lstStyle/>
                    <a:p>
                      <a:pPr marL="0" indent="0" algn="ctr">
                        <a:lnSpc>
                          <a:spcPct val="110000"/>
                        </a:lnSpc>
                        <a:spcBef>
                          <a:spcPct val="0"/>
                        </a:spcBef>
                        <a:spcAft>
                          <a:spcPts val="500"/>
                        </a:spcAft>
                      </a:pPr>
                      <a:r>
                        <a:rPr lang="en-US" altLang="zh-CN" sz="1600" b="0">
                          <a:solidFill>
                            <a:schemeClr val="tx1"/>
                          </a:solidFill>
                          <a:latin typeface="微软雅黑" panose="020B0503020204020204" charset="-122"/>
                          <a:ea typeface="微软雅黑" panose="020B0503020204020204" charset="-122"/>
                        </a:rPr>
                        <a:t>70</a:t>
                      </a:r>
                    </a:p>
                  </a:txBody>
                  <a:tcPr marL="68596" marR="68596"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lstStyle/>
                    <a:p>
                      <a:pPr marL="0" indent="0" algn="ctr">
                        <a:lnSpc>
                          <a:spcPct val="110000"/>
                        </a:lnSpc>
                        <a:spcBef>
                          <a:spcPct val="0"/>
                        </a:spcBef>
                        <a:spcAft>
                          <a:spcPts val="500"/>
                        </a:spcAft>
                      </a:pPr>
                      <a:r>
                        <a:rPr lang="zh-CN" sz="1600">
                          <a:latin typeface="微软雅黑" panose="020B0503020204020204" charset="-122"/>
                          <a:ea typeface="微软雅黑" panose="020B0503020204020204" charset="-122"/>
                          <a:cs typeface="微软雅黑" panose="020B0503020204020204" charset="-122"/>
                        </a:rPr>
                        <a:t>得分</a:t>
                      </a:r>
                      <a:r>
                        <a:rPr lang="en-US" altLang="zh-CN" sz="1600">
                          <a:latin typeface="微软雅黑" panose="020B0503020204020204" charset="-122"/>
                          <a:ea typeface="微软雅黑" panose="020B0503020204020204" charset="-122"/>
                          <a:cs typeface="微软雅黑" panose="020B0503020204020204" charset="-122"/>
                        </a:rPr>
                        <a:t>=</a:t>
                      </a:r>
                      <a:r>
                        <a:rPr lang="zh-CN" sz="1600">
                          <a:latin typeface="微软雅黑" panose="020B0503020204020204" charset="-122"/>
                          <a:ea typeface="微软雅黑" panose="020B0503020204020204" charset="-122"/>
                          <a:cs typeface="微软雅黑" panose="020B0503020204020204" charset="-122"/>
                        </a:rPr>
                        <a:t>（</a:t>
                      </a:r>
                      <a:r>
                        <a:rPr lang="zh-CN" altLang="en-US" sz="1600">
                          <a:latin typeface="微软雅黑" panose="020B0503020204020204" charset="-122"/>
                          <a:ea typeface="微软雅黑" panose="020B0503020204020204" charset="-122"/>
                          <a:cs typeface="微软雅黑" panose="020B0503020204020204" charset="-122"/>
                          <a:sym typeface="+mn-ea"/>
                        </a:rPr>
                        <a:t>标准</a:t>
                      </a:r>
                      <a:r>
                        <a:rPr lang="zh-CN" sz="1600">
                          <a:latin typeface="微软雅黑" panose="020B0503020204020204" charset="-122"/>
                          <a:ea typeface="微软雅黑" panose="020B0503020204020204" charset="-122"/>
                          <a:cs typeface="微软雅黑" panose="020B0503020204020204" charset="-122"/>
                          <a:sym typeface="+mn-ea"/>
                        </a:rPr>
                        <a:t>成本</a:t>
                      </a:r>
                      <a:r>
                        <a:rPr lang="en-US" altLang="zh-CN" sz="1600">
                          <a:latin typeface="微软雅黑" panose="020B0503020204020204" charset="-122"/>
                          <a:ea typeface="微软雅黑" panose="020B0503020204020204" charset="-122"/>
                          <a:cs typeface="微软雅黑" panose="020B0503020204020204" charset="-122"/>
                        </a:rPr>
                        <a:t>/</a:t>
                      </a:r>
                      <a:r>
                        <a:rPr lang="zh-CN" altLang="en-US" sz="1600">
                          <a:latin typeface="微软雅黑" panose="020B0503020204020204" charset="-122"/>
                          <a:ea typeface="微软雅黑" panose="020B0503020204020204" charset="-122"/>
                          <a:cs typeface="微软雅黑" panose="020B0503020204020204" charset="-122"/>
                          <a:sym typeface="+mn-ea"/>
                        </a:rPr>
                        <a:t>实际</a:t>
                      </a:r>
                      <a:r>
                        <a:rPr lang="zh-CN" sz="1600">
                          <a:latin typeface="微软雅黑" panose="020B0503020204020204" charset="-122"/>
                          <a:ea typeface="微软雅黑" panose="020B0503020204020204" charset="-122"/>
                          <a:cs typeface="微软雅黑" panose="020B0503020204020204" charset="-122"/>
                          <a:sym typeface="+mn-ea"/>
                        </a:rPr>
                        <a:t>成本</a:t>
                      </a:r>
                      <a:r>
                        <a:rPr lang="en-US" altLang="zh-CN" sz="1600">
                          <a:latin typeface="微软雅黑" panose="020B0503020204020204" charset="-122"/>
                          <a:ea typeface="微软雅黑" panose="020B0503020204020204" charset="-122"/>
                          <a:cs typeface="微软雅黑" panose="020B0503020204020204" charset="-122"/>
                        </a:rPr>
                        <a:t>-75%</a:t>
                      </a:r>
                      <a:r>
                        <a:rPr lang="zh-CN" sz="1600">
                          <a:latin typeface="微软雅黑" panose="020B0503020204020204" charset="-122"/>
                          <a:ea typeface="微软雅黑" panose="020B0503020204020204" charset="-122"/>
                          <a:cs typeface="微软雅黑" panose="020B0503020204020204" charset="-122"/>
                        </a:rPr>
                        <a:t>）</a:t>
                      </a:r>
                      <a:r>
                        <a:rPr lang="zh-CN" altLang="en-US" sz="1600">
                          <a:latin typeface="微软雅黑" panose="020B0503020204020204" charset="-122"/>
                          <a:ea typeface="微软雅黑" panose="020B0503020204020204" charset="-122"/>
                          <a:sym typeface="+mn-ea"/>
                        </a:rPr>
                        <a:t>×</a:t>
                      </a:r>
                      <a:r>
                        <a:rPr lang="en-US" altLang="zh-CN" sz="1600">
                          <a:latin typeface="微软雅黑" panose="020B0503020204020204" charset="-122"/>
                          <a:ea typeface="微软雅黑" panose="020B0503020204020204" charset="-122"/>
                          <a:cs typeface="微软雅黑" panose="020B0503020204020204" charset="-122"/>
                        </a:rPr>
                        <a:t>4</a:t>
                      </a:r>
                      <a:r>
                        <a:rPr lang="zh-CN" altLang="en-US" sz="1600">
                          <a:latin typeface="微软雅黑" panose="020B0503020204020204" charset="-122"/>
                          <a:ea typeface="微软雅黑" panose="020B0503020204020204" charset="-122"/>
                          <a:sym typeface="+mn-ea"/>
                        </a:rPr>
                        <a:t>×</a:t>
                      </a:r>
                      <a:r>
                        <a:rPr lang="zh-CN" altLang="en-US" sz="1600">
                          <a:latin typeface="微软雅黑" panose="020B0503020204020204" charset="-122"/>
                          <a:ea typeface="微软雅黑" panose="020B0503020204020204" charset="-122"/>
                          <a:cs typeface="微软雅黑" panose="020B0503020204020204" charset="-122"/>
                        </a:rPr>
                        <a:t>权重分值</a:t>
                      </a:r>
                    </a:p>
                  </a:txBody>
                  <a:tcPr marL="68596" marR="68596"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2"/>
                  </a:ext>
                </a:extLst>
              </a:tr>
              <a:tr h="794569">
                <a:tc>
                  <a:txBody>
                    <a:bodyPr/>
                    <a:lstStyle/>
                    <a:p>
                      <a:pPr marL="0" indent="0" algn="ctr">
                        <a:lnSpc>
                          <a:spcPct val="110000"/>
                        </a:lnSpc>
                        <a:spcBef>
                          <a:spcPct val="0"/>
                        </a:spcBef>
                        <a:spcAft>
                          <a:spcPts val="500"/>
                        </a:spcAft>
                      </a:pPr>
                      <a:r>
                        <a:rPr lang="zh-CN" sz="1600" b="1">
                          <a:latin typeface="微软雅黑" panose="020B0503020204020204" charset="-122"/>
                          <a:ea typeface="微软雅黑" panose="020B0503020204020204" charset="-122"/>
                        </a:rPr>
                        <a:t>汽成本</a:t>
                      </a:r>
                    </a:p>
                  </a:txBody>
                  <a:tcPr marL="68596" marR="68596"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lstStyle/>
                    <a:p>
                      <a:pPr marL="0" indent="0" algn="ctr">
                        <a:lnSpc>
                          <a:spcPct val="110000"/>
                        </a:lnSpc>
                        <a:spcBef>
                          <a:spcPct val="0"/>
                        </a:spcBef>
                        <a:spcAft>
                          <a:spcPts val="500"/>
                        </a:spcAft>
                      </a:pPr>
                      <a:r>
                        <a:rPr lang="en-US" altLang="zh-CN" sz="1600" b="0" dirty="0">
                          <a:solidFill>
                            <a:schemeClr val="tx1"/>
                          </a:solidFill>
                          <a:latin typeface="微软雅黑" panose="020B0503020204020204" charset="-122"/>
                          <a:ea typeface="微软雅黑" panose="020B0503020204020204" charset="-122"/>
                        </a:rPr>
                        <a:t>30</a:t>
                      </a:r>
                    </a:p>
                  </a:txBody>
                  <a:tcPr marL="68596" marR="68596"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lstStyle/>
                    <a:p>
                      <a:pPr marL="0" indent="0" algn="ctr">
                        <a:lnSpc>
                          <a:spcPct val="110000"/>
                        </a:lnSpc>
                        <a:spcBef>
                          <a:spcPct val="0"/>
                        </a:spcBef>
                        <a:spcAft>
                          <a:spcPts val="500"/>
                        </a:spcAft>
                      </a:pPr>
                      <a:r>
                        <a:rPr lang="zh-CN" sz="1600" dirty="0">
                          <a:latin typeface="微软雅黑" panose="020B0503020204020204" charset="-122"/>
                          <a:ea typeface="微软雅黑" panose="020B0503020204020204" charset="-122"/>
                          <a:cs typeface="微软雅黑" panose="020B0503020204020204" charset="-122"/>
                          <a:sym typeface="+mn-ea"/>
                        </a:rPr>
                        <a:t>得分</a:t>
                      </a:r>
                      <a:r>
                        <a:rPr lang="en-US" altLang="zh-CN" sz="1600" dirty="0">
                          <a:latin typeface="微软雅黑" panose="020B0503020204020204" charset="-122"/>
                          <a:ea typeface="微软雅黑" panose="020B0503020204020204" charset="-122"/>
                          <a:cs typeface="微软雅黑" panose="020B0503020204020204" charset="-122"/>
                          <a:sym typeface="+mn-ea"/>
                        </a:rPr>
                        <a:t>=</a:t>
                      </a:r>
                      <a:r>
                        <a:rPr lang="zh-CN" sz="1600" dirty="0">
                          <a:latin typeface="微软雅黑" panose="020B0503020204020204" charset="-122"/>
                          <a:ea typeface="微软雅黑" panose="020B0503020204020204" charset="-122"/>
                          <a:cs typeface="微软雅黑" panose="020B0503020204020204" charset="-122"/>
                          <a:sym typeface="+mn-ea"/>
                        </a:rPr>
                        <a:t>（</a:t>
                      </a:r>
                      <a:r>
                        <a:rPr lang="zh-CN" altLang="en-US" sz="1600" dirty="0">
                          <a:latin typeface="微软雅黑" panose="020B0503020204020204" charset="-122"/>
                          <a:ea typeface="微软雅黑" panose="020B0503020204020204" charset="-122"/>
                          <a:cs typeface="微软雅黑" panose="020B0503020204020204" charset="-122"/>
                          <a:sym typeface="+mn-ea"/>
                        </a:rPr>
                        <a:t>标准</a:t>
                      </a:r>
                      <a:r>
                        <a:rPr lang="zh-CN" sz="1600" dirty="0">
                          <a:latin typeface="微软雅黑" panose="020B0503020204020204" charset="-122"/>
                          <a:ea typeface="微软雅黑" panose="020B0503020204020204" charset="-122"/>
                          <a:cs typeface="微软雅黑" panose="020B0503020204020204" charset="-122"/>
                          <a:sym typeface="+mn-ea"/>
                        </a:rPr>
                        <a:t>成本</a:t>
                      </a:r>
                      <a:r>
                        <a:rPr lang="en-US" altLang="zh-CN" sz="1600" dirty="0">
                          <a:latin typeface="微软雅黑" panose="020B0503020204020204" charset="-122"/>
                          <a:ea typeface="微软雅黑" panose="020B0503020204020204" charset="-122"/>
                          <a:cs typeface="微软雅黑" panose="020B0503020204020204" charset="-122"/>
                          <a:sym typeface="+mn-ea"/>
                        </a:rPr>
                        <a:t>/</a:t>
                      </a:r>
                      <a:r>
                        <a:rPr lang="zh-CN" altLang="en-US" sz="1600" dirty="0">
                          <a:latin typeface="微软雅黑" panose="020B0503020204020204" charset="-122"/>
                          <a:ea typeface="微软雅黑" panose="020B0503020204020204" charset="-122"/>
                          <a:cs typeface="微软雅黑" panose="020B0503020204020204" charset="-122"/>
                          <a:sym typeface="+mn-ea"/>
                        </a:rPr>
                        <a:t>实际</a:t>
                      </a:r>
                      <a:r>
                        <a:rPr lang="zh-CN" sz="1600" dirty="0">
                          <a:latin typeface="微软雅黑" panose="020B0503020204020204" charset="-122"/>
                          <a:ea typeface="微软雅黑" panose="020B0503020204020204" charset="-122"/>
                          <a:cs typeface="微软雅黑" panose="020B0503020204020204" charset="-122"/>
                          <a:sym typeface="+mn-ea"/>
                        </a:rPr>
                        <a:t>成本</a:t>
                      </a:r>
                      <a:r>
                        <a:rPr lang="en-US" altLang="zh-CN" sz="1600" dirty="0">
                          <a:latin typeface="微软雅黑" panose="020B0503020204020204" charset="-122"/>
                          <a:ea typeface="微软雅黑" panose="020B0503020204020204" charset="-122"/>
                          <a:cs typeface="微软雅黑" panose="020B0503020204020204" charset="-122"/>
                          <a:sym typeface="+mn-ea"/>
                        </a:rPr>
                        <a:t>-75%</a:t>
                      </a:r>
                      <a:r>
                        <a:rPr lang="zh-CN" sz="1600" dirty="0">
                          <a:latin typeface="微软雅黑" panose="020B0503020204020204" charset="-122"/>
                          <a:ea typeface="微软雅黑" panose="020B0503020204020204" charset="-122"/>
                          <a:cs typeface="微软雅黑" panose="020B0503020204020204" charset="-122"/>
                          <a:sym typeface="+mn-ea"/>
                        </a:rPr>
                        <a:t>）</a:t>
                      </a:r>
                      <a:r>
                        <a:rPr lang="zh-CN" altLang="en-US" sz="1600" dirty="0">
                          <a:latin typeface="微软雅黑" panose="020B0503020204020204" charset="-122"/>
                          <a:ea typeface="微软雅黑" panose="020B0503020204020204" charset="-122"/>
                          <a:sym typeface="+mn-ea"/>
                        </a:rPr>
                        <a:t>×</a:t>
                      </a:r>
                      <a:r>
                        <a:rPr lang="en-US" altLang="zh-CN" sz="1600" dirty="0">
                          <a:latin typeface="微软雅黑" panose="020B0503020204020204" charset="-122"/>
                          <a:ea typeface="微软雅黑" panose="020B0503020204020204" charset="-122"/>
                          <a:cs typeface="微软雅黑" panose="020B0503020204020204" charset="-122"/>
                          <a:sym typeface="+mn-ea"/>
                        </a:rPr>
                        <a:t>4</a:t>
                      </a:r>
                      <a:r>
                        <a:rPr lang="zh-CN" altLang="en-US" sz="1600" dirty="0">
                          <a:latin typeface="微软雅黑" panose="020B0503020204020204" charset="-122"/>
                          <a:ea typeface="微软雅黑" panose="020B0503020204020204" charset="-122"/>
                          <a:sym typeface="+mn-ea"/>
                        </a:rPr>
                        <a:t>×</a:t>
                      </a:r>
                      <a:r>
                        <a:rPr lang="zh-CN" altLang="en-US" sz="1600" dirty="0">
                          <a:latin typeface="微软雅黑" panose="020B0503020204020204" charset="-122"/>
                          <a:ea typeface="微软雅黑" panose="020B0503020204020204" charset="-122"/>
                          <a:cs typeface="微软雅黑" panose="020B0503020204020204" charset="-122"/>
                          <a:sym typeface="+mn-ea"/>
                        </a:rPr>
                        <a:t>权重分值</a:t>
                      </a:r>
                    </a:p>
                  </a:txBody>
                  <a:tcPr marL="68596" marR="68596"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3"/>
                  </a:ext>
                </a:extLst>
              </a:tr>
            </a:tbl>
          </a:graphicData>
        </a:graphic>
      </p:graphicFrame>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5060&quot;&gt;&lt;version val=&quot;2816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peAFqx9gC7J3i2Q_Ds76L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RESIZE" val="Yes"/>
</p:tagLst>
</file>

<file path=ppt/tags/tag7.xml><?xml version="1.0" encoding="utf-8"?>
<p:tagLst xmlns:a="http://schemas.openxmlformats.org/drawingml/2006/main" xmlns:r="http://schemas.openxmlformats.org/officeDocument/2006/relationships" xmlns:p="http://schemas.openxmlformats.org/presentationml/2006/main">
  <p:tag name="RESIZE" val="Yes"/>
</p:tagLst>
</file>

<file path=ppt/tags/tag8.xml><?xml version="1.0" encoding="utf-8"?>
<p:tagLst xmlns:a="http://schemas.openxmlformats.org/drawingml/2006/main" xmlns:r="http://schemas.openxmlformats.org/officeDocument/2006/relationships" xmlns:p="http://schemas.openxmlformats.org/presentationml/2006/main">
  <p:tag name="RESIZE" val="Yes"/>
</p:tagLst>
</file>

<file path=ppt/tags/tag9.xml><?xml version="1.0" encoding="utf-8"?>
<p:tagLst xmlns:a="http://schemas.openxmlformats.org/drawingml/2006/main" xmlns:r="http://schemas.openxmlformats.org/officeDocument/2006/relationships" xmlns:p="http://schemas.openxmlformats.org/presentationml/2006/main">
  <p:tag name="RESIZE" val="Yes"/>
</p:tagLst>
</file>

<file path=ppt/tags/tag10.xml><?xml version="1.0" encoding="utf-8"?>
<p:tagLst xmlns:a="http://schemas.openxmlformats.org/drawingml/2006/main" xmlns:r="http://schemas.openxmlformats.org/officeDocument/2006/relationships" xmlns:p="http://schemas.openxmlformats.org/presentationml/2006/main">
  <p:tag name="RESIZE" val="Yes"/>
</p:tagLst>
</file>

<file path=ppt/tags/tag11.xml><?xml version="1.0" encoding="utf-8"?>
<p:tagLst xmlns:a="http://schemas.openxmlformats.org/drawingml/2006/main" xmlns:r="http://schemas.openxmlformats.org/officeDocument/2006/relationships" xmlns:p="http://schemas.openxmlformats.org/presentationml/2006/main">
  <p:tag name="NAME" val="Moon"/>
</p:tagLst>
</file>

<file path=ppt/tags/tag12.xml><?xml version="1.0" encoding="utf-8"?>
<p:tagLst xmlns:a="http://schemas.openxmlformats.org/drawingml/2006/main" xmlns:r="http://schemas.openxmlformats.org/officeDocument/2006/relationships" xmlns:p="http://schemas.openxmlformats.org/presentationml/2006/main">
  <p:tag name="NAME" val="Moon"/>
</p:tagLst>
</file>

<file path=ppt/tags/tag13.xml><?xml version="1.0" encoding="utf-8"?>
<p:tagLst xmlns:a="http://schemas.openxmlformats.org/drawingml/2006/main" xmlns:r="http://schemas.openxmlformats.org/officeDocument/2006/relationships" xmlns:p="http://schemas.openxmlformats.org/presentationml/2006/main">
  <p:tag name="NAME" val="Moon"/>
</p:tagLst>
</file>

<file path=ppt/tags/tag14.xml><?xml version="1.0" encoding="utf-8"?>
<p:tagLst xmlns:a="http://schemas.openxmlformats.org/drawingml/2006/main" xmlns:r="http://schemas.openxmlformats.org/officeDocument/2006/relationships" xmlns:p="http://schemas.openxmlformats.org/presentationml/2006/main">
  <p:tag name="NAME" val="Moon"/>
</p:tagLst>
</file>

<file path=ppt/tags/tag15.xml><?xml version="1.0" encoding="utf-8"?>
<p:tagLst xmlns:a="http://schemas.openxmlformats.org/drawingml/2006/main" xmlns:r="http://schemas.openxmlformats.org/officeDocument/2006/relationships" xmlns:p="http://schemas.openxmlformats.org/presentationml/2006/main">
  <p:tag name="NAME" val="Moon"/>
</p:tagLst>
</file>

<file path=ppt/tags/tag16.xml><?xml version="1.0" encoding="utf-8"?>
<p:tagLst xmlns:a="http://schemas.openxmlformats.org/drawingml/2006/main" xmlns:r="http://schemas.openxmlformats.org/officeDocument/2006/relationships" xmlns:p="http://schemas.openxmlformats.org/presentationml/2006/main">
  <p:tag name="NAME" val="MoonShape"/>
</p:tagLst>
</file>

<file path=ppt/tags/tag17.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18.xml><?xml version="1.0" encoding="utf-8"?>
<p:tagLst xmlns:a="http://schemas.openxmlformats.org/drawingml/2006/main" xmlns:r="http://schemas.openxmlformats.org/officeDocument/2006/relationships" xmlns:p="http://schemas.openxmlformats.org/presentationml/2006/main">
  <p:tag name="NAME" val="MoonShape"/>
</p:tagLst>
</file>

<file path=ppt/tags/tag19.xml><?xml version="1.0" encoding="utf-8"?>
<p:tagLst xmlns:a="http://schemas.openxmlformats.org/drawingml/2006/main" xmlns:r="http://schemas.openxmlformats.org/officeDocument/2006/relationships" xmlns:p="http://schemas.openxmlformats.org/presentationml/2006/main">
  <p:tag name="NAME" val="MoonHalfShape"/>
  <p:tag name="ANGLE" val="4"/>
</p:tagLst>
</file>

<file path=ppt/tags/tag20.xml><?xml version="1.0" encoding="utf-8"?>
<p:tagLst xmlns:a="http://schemas.openxmlformats.org/drawingml/2006/main" xmlns:r="http://schemas.openxmlformats.org/officeDocument/2006/relationships" xmlns:p="http://schemas.openxmlformats.org/presentationml/2006/main">
  <p:tag name="NAME" val="MoonShape"/>
</p:tagLst>
</file>

<file path=ppt/tags/tag21.xml><?xml version="1.0" encoding="utf-8"?>
<p:tagLst xmlns:a="http://schemas.openxmlformats.org/drawingml/2006/main" xmlns:r="http://schemas.openxmlformats.org/officeDocument/2006/relationships" xmlns:p="http://schemas.openxmlformats.org/presentationml/2006/main">
  <p:tag name="NAME" val="MoonHalfShape"/>
  <p:tag name="ANGLE" val="5"/>
</p:tagLst>
</file>

<file path=ppt/tags/tag22.xml><?xml version="1.0" encoding="utf-8"?>
<p:tagLst xmlns:a="http://schemas.openxmlformats.org/drawingml/2006/main" xmlns:r="http://schemas.openxmlformats.org/officeDocument/2006/relationships" xmlns:p="http://schemas.openxmlformats.org/presentationml/2006/main">
  <p:tag name="NAME" val="MoonShape"/>
</p:tagLst>
</file>

<file path=ppt/tags/tag23.xml><?xml version="1.0" encoding="utf-8"?>
<p:tagLst xmlns:a="http://schemas.openxmlformats.org/drawingml/2006/main" xmlns:r="http://schemas.openxmlformats.org/officeDocument/2006/relationships" xmlns:p="http://schemas.openxmlformats.org/presentationml/2006/main">
  <p:tag name="NAME" val="MoonHalfShape"/>
  <p:tag name="ANGLE" val="3"/>
</p:tagLst>
</file>

<file path=ppt/tags/tag24.xml><?xml version="1.0" encoding="utf-8"?>
<p:tagLst xmlns:a="http://schemas.openxmlformats.org/drawingml/2006/main" xmlns:r="http://schemas.openxmlformats.org/officeDocument/2006/relationships" xmlns:p="http://schemas.openxmlformats.org/presentationml/2006/main">
  <p:tag name="NAME" val="MoonShape"/>
</p:tagLst>
</file>

<file path=ppt/tags/tag25.xml><?xml version="1.0" encoding="utf-8"?>
<p:tagLst xmlns:a="http://schemas.openxmlformats.org/drawingml/2006/main" xmlns:r="http://schemas.openxmlformats.org/officeDocument/2006/relationships" xmlns:p="http://schemas.openxmlformats.org/presentationml/2006/main">
  <p:tag name="NAME" val="MoonHalfShape"/>
  <p:tag name="ANGLE" val="1"/>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TEMPLATE_THUMBS_INDEX" val="1、2、3、6、8、10、11、12、15"/>
  <p:tag name="KSO_WM_SLIDE_ID" val="custom20187308_1"/>
  <p:tag name="KSO_WM_TEMPLATE_SUBCATEGORY" val="0"/>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39.xml><?xml version="1.0" encoding="utf-8"?>
<p:tagLst xmlns:a="http://schemas.openxmlformats.org/drawingml/2006/main" xmlns:r="http://schemas.openxmlformats.org/officeDocument/2006/relationships" xmlns:p="http://schemas.openxmlformats.org/presentationml/2006/main">
  <p:tag name="TABLE_ENDDRAG_ORIGIN_RECT" val="826*233"/>
  <p:tag name="TABLE_ENDDRAG_RECT" val="47*72*826*233"/>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 name="KSO_WM_SPECIAL_SOURCE" val="bdnull"/>
</p:tagLst>
</file>

<file path=ppt/tags/tag41.xml><?xml version="1.0" encoding="utf-8"?>
<p:tagLst xmlns:a="http://schemas.openxmlformats.org/drawingml/2006/main" xmlns:r="http://schemas.openxmlformats.org/officeDocument/2006/relationships" xmlns:p="http://schemas.openxmlformats.org/presentationml/2006/main">
  <p:tag name="TABLE_ENDDRAG_ORIGIN_RECT" val="839*212"/>
  <p:tag name="TABLE_ENDDRAG_RECT" val="69*83*839*212"/>
</p:tagLst>
</file>

<file path=ppt/theme/theme1.xml><?xml version="1.0" encoding="utf-8"?>
<a:theme xmlns:a="http://schemas.openxmlformats.org/drawingml/2006/main" name="Office 主题​​">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solidFill>
            <a:schemeClr val="bg1">
              <a:lumMod val="75000"/>
            </a:schemeClr>
          </a:solidFill>
        </a:ln>
      </a:spPr>
      <a:bodyPr rtlCol="0" anchor="t"/>
      <a:lstStyle>
        <a:defPPr algn="l">
          <a:defRPr dirty="0" smtClean="0">
            <a:solidFill>
              <a:schemeClr val="tx1"/>
            </a:solidFill>
            <a:latin typeface="微软雅黑" panose="020B0503020204020204" pitchFamily="34" charset="-122"/>
            <a:ea typeface="微软雅黑" panose="020B0503020204020204" pitchFamily="34" charset="-122"/>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smtClean="0">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1121</TotalTime>
  <Words>1431</Words>
  <Application>Microsoft Office PowerPoint</Application>
  <PresentationFormat>Custom</PresentationFormat>
  <Paragraphs>371</Paragraphs>
  <Slides>12</Slides>
  <Notes>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22" baseType="lpstr">
      <vt:lpstr>仿宋</vt:lpstr>
      <vt:lpstr>宋体</vt:lpstr>
      <vt:lpstr>微软雅黑</vt:lpstr>
      <vt:lpstr>思源黑体 CN Normal</vt:lpstr>
      <vt:lpstr>Arial</vt:lpstr>
      <vt:lpstr>Calibri</vt:lpstr>
      <vt:lpstr>Calibri Light</vt:lpstr>
      <vt:lpstr>Wingdings</vt:lpstr>
      <vt:lpstr>Office 主题​​</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二、2025年劳动竞赛方案 – 造纸（季度）</vt:lpstr>
      <vt:lpstr>二、2025年劳动竞赛方案 – 热电（季度）</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Wangj 王娟（Judy）</dc:creator>
  <cp:lastModifiedBy>JiangBo 姜波</cp:lastModifiedBy>
  <cp:revision>52</cp:revision>
  <dcterms:created xsi:type="dcterms:W3CDTF">2019-07-29T01:24:02Z</dcterms:created>
  <dcterms:modified xsi:type="dcterms:W3CDTF">2025-04-16T12:52:24Z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2052-1.1.0.1454</vt:lpwstr>
  </property>
</Properties>
</file>